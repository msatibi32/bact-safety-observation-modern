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"/>
          </a:xfrm>
          <a:prstGeom prst="rect">
            <a:avLst/>
          </a:prstGeom>
          <a:solidFill>
            <a:srgbClr val="F37021"/>
          </a:solidFill>
          <a:ln/>
        </p:spPr>
      </p:sp>
      <p:pic>
        <p:nvPicPr>
          <p:cNvPr id="3" name="Image 0" descr="C:\Users\pc\Projects\safety-observation-card\public\logo\BACT Logo_OG White 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11480"/>
            <a:ext cx="1965960" cy="685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12801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PT. BACT — Batu Ampar Container Terminal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02920" y="1737360"/>
            <a:ext cx="8138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Pengajuan Hosting, Domain,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 Upgrade Safety Observation Card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02920" y="2926080"/>
            <a:ext cx="1234440" cy="27432"/>
          </a:xfrm>
          <a:prstGeom prst="rect">
            <a:avLst/>
          </a:prstGeom>
          <a:solidFill>
            <a:srgbClr val="F37021"/>
          </a:solidFill>
          <a:ln/>
        </p:spPr>
      </p:sp>
      <p:sp>
        <p:nvSpPr>
          <p:cNvPr id="7" name="Text 4"/>
          <p:cNvSpPr/>
          <p:nvPr/>
        </p:nvSpPr>
        <p:spPr>
          <a:xfrm>
            <a:off x="502920" y="320040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Disampaikan kepada: Manajemen, HSSE, dan IT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2920" y="4526280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  ·  Dokumen internal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744"/>
          </a:solidFill>
          <a:ln/>
        </p:spPr>
      </p:sp>
      <p:pic>
        <p:nvPicPr>
          <p:cNvPr id="3" name="Image 0" descr="C:\Users\pc\Projects\safety-observation-card\public\logo\BACT Logo_OG White 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09728"/>
            <a:ext cx="1207008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146304"/>
            <a:ext cx="7269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Maksud pengajuan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0" y="640080"/>
            <a:ext cx="9144000" cy="25603"/>
          </a:xfrm>
          <a:prstGeom prst="rect">
            <a:avLst/>
          </a:prstGeom>
          <a:solidFill>
            <a:srgbClr val="F37021"/>
          </a:solidFill>
          <a:ln/>
        </p:spPr>
      </p:sp>
      <p:sp>
        <p:nvSpPr>
          <p:cNvPr id="6" name="Shape 3"/>
          <p:cNvSpPr/>
          <p:nvPr/>
        </p:nvSpPr>
        <p:spPr>
          <a:xfrm>
            <a:off x="0" y="4919472"/>
            <a:ext cx="9144000" cy="9144"/>
          </a:xfrm>
          <a:prstGeom prst="rect">
            <a:avLst/>
          </a:prstGeom>
          <a:solidFill>
            <a:srgbClr val="C5CDD6"/>
          </a:solidFill>
          <a:ln/>
        </p:spPr>
      </p:sp>
      <p:sp>
        <p:nvSpPr>
          <p:cNvPr id="7" name="Text 4"/>
          <p:cNvSpPr/>
          <p:nvPr/>
        </p:nvSpPr>
        <p:spPr>
          <a:xfrm>
            <a:off x="347472" y="4937760"/>
            <a:ext cx="6766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RAHASIA  ·  HSSE  ·  September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092440" y="4937760"/>
            <a:ext cx="685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65760" y="768096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SOC sudah live. Diminta persetujuan memakai SOC sebagai pengganti Excel, serta menyediakan alamat resmi (hosting dan domain).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25296"/>
          <a:ext cx="841248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3063240"/>
                <a:gridCol w="365760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 (saat ini)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Aplikasi SOC (live)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Cara lapor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Berkas atau kertas; sering tertunda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HP atau QR, tanpa login. Form Indonesia + Inggris.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dan 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Banyak versi file; sulit sampai closed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Satu antrian sampai Closed. Analytics Weekly/Monthly, Top 10 kartu ranked, export Excel.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Klasifikasi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Dicampur pelapor; hasil tidak seragam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HSE mengisi kategori dan risiko. HiPo: Stop Work, High, atau Near Miss.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Identitas dan akses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Ketik manual; berkas mudah diteruskan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Nama BACT dari daftar HR. Super Admin / HSE Officer / Viewer. PIC = penugasan, bukan akun.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65760" y="4133088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hari ini: Vercel + Supabase + Resend. PDF SOC dan PDF Investigation (logo huruf hitam) bisa ditinjau di layar sebelum unduh. Pengajuan ini untuk alamat resmi: situs di Hostinger; data tetap Supabase; notifikasi tetap Resend. Hostinger bukan basis data.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744"/>
          </a:solidFill>
          <a:ln/>
        </p:spPr>
      </p:sp>
      <p:pic>
        <p:nvPicPr>
          <p:cNvPr id="3" name="Image 0" descr="C:\Users\pc\Projects\safety-observation-card\public\logo\BACT Logo_OG White 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09728"/>
            <a:ext cx="1207008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146304"/>
            <a:ext cx="7269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layanan terpisah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0" y="640080"/>
            <a:ext cx="9144000" cy="25603"/>
          </a:xfrm>
          <a:prstGeom prst="rect">
            <a:avLst/>
          </a:prstGeom>
          <a:solidFill>
            <a:srgbClr val="F37021"/>
          </a:solidFill>
          <a:ln/>
        </p:spPr>
      </p:sp>
      <p:sp>
        <p:nvSpPr>
          <p:cNvPr id="6" name="Shape 3"/>
          <p:cNvSpPr/>
          <p:nvPr/>
        </p:nvSpPr>
        <p:spPr>
          <a:xfrm>
            <a:off x="0" y="4919472"/>
            <a:ext cx="9144000" cy="9144"/>
          </a:xfrm>
          <a:prstGeom prst="rect">
            <a:avLst/>
          </a:prstGeom>
          <a:solidFill>
            <a:srgbClr val="C5CDD6"/>
          </a:solidFill>
          <a:ln/>
        </p:spPr>
      </p:sp>
      <p:sp>
        <p:nvSpPr>
          <p:cNvPr id="7" name="Text 4"/>
          <p:cNvSpPr/>
          <p:nvPr/>
        </p:nvSpPr>
        <p:spPr>
          <a:xfrm>
            <a:off x="347472" y="4937760"/>
            <a:ext cx="6766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RAHASIA  ·  HSSE  ·  September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092440" y="4937760"/>
            <a:ext cx="685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65760" y="73152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Hostinger, Supabase, dan Resend bukan satu paket. Fungsi masing-masing berbeda.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24128"/>
          <a:ext cx="84124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4297680"/>
                <a:gridCol w="256032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Layanan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Fungsi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Biaya saat ini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Hostinger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Situs, domain, SSL, cadangan berkas, kotak surat untuk baca email. Bukan basis data SOC.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Checkout 48 bulan Rp2.072.592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Supabase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Basis data, autentikasi admin, RLS, penyimpanan foto. Bukan Hostinger.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Free; Pro USD 25/bulan jika kapasitas tidak cukup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Mengirim notifikasi (laporan baru, HiPo). Resend; cadangan Brevo jika domain belum verifikasi. Daftar email: Super Admin / Notifications.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3.000/bulan; Pro USD 20/bulan jika volume naik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65760" y="2779776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Pembagian keamanan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365760" y="3017520"/>
            <a:ext cx="822960" cy="25603"/>
          </a:xfrm>
          <a:prstGeom prst="rect">
            <a:avLst/>
          </a:prstGeom>
          <a:solidFill>
            <a:srgbClr val="F37021"/>
          </a:solidFill>
          <a:ln/>
        </p:spPr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072384"/>
          <a:ext cx="8412480" cy="914400"/>
        </p:xfrm>
        <a:graphic>
          <a:graphicData uri="http://schemas.openxmlformats.org/drawingml/2006/table">
            <a:tbl>
              <a:tblPr/>
              <a:tblGrid>
                <a:gridCol w="4617720"/>
                <a:gridCol w="379476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Yang melindungi aplikasi (live)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Yang dicakup Hostinger (usulan)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HTTPS/TLS + HSTS; header CSP, X-Frame-Options DENY, X-Content-Type-Options, Referrer-Policy, Permissions-Policy.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SSL pada domain. Live hari ini masih Vercel + Supabase + Resend.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Supabase Auth (kata sandi hash), RLS, foto maks. 10 MB. Anon key di klien; service role hanya Edge Function.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2FA pada panel. Kotak surat untuk baca email — bukan basis data SOC.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gagal / 10 menit di login. Password min. 12. Hapus laporan: Super Admin.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Hostinger tidak mengunci akun SOC dan tidak menyimpan laporan.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744"/>
          </a:solidFill>
          <a:ln/>
        </p:spPr>
      </p:sp>
      <p:pic>
        <p:nvPicPr>
          <p:cNvPr id="3" name="Image 0" descr="C:\Users\pc\Projects\safety-observation-card\public\logo\BACT Logo_OG White 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09728"/>
            <a:ext cx="1207008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146304"/>
            <a:ext cx="7269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Rincian biaya Hostinger 48 bulan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0" y="640080"/>
            <a:ext cx="9144000" cy="25603"/>
          </a:xfrm>
          <a:prstGeom prst="rect">
            <a:avLst/>
          </a:prstGeom>
          <a:solidFill>
            <a:srgbClr val="F37021"/>
          </a:solidFill>
          <a:ln/>
        </p:spPr>
      </p:sp>
      <p:sp>
        <p:nvSpPr>
          <p:cNvPr id="6" name="Shape 3"/>
          <p:cNvSpPr/>
          <p:nvPr/>
        </p:nvSpPr>
        <p:spPr>
          <a:xfrm>
            <a:off x="0" y="4919472"/>
            <a:ext cx="9144000" cy="9144"/>
          </a:xfrm>
          <a:prstGeom prst="rect">
            <a:avLst/>
          </a:prstGeom>
          <a:solidFill>
            <a:srgbClr val="C5CDD6"/>
          </a:solidFill>
          <a:ln/>
        </p:spPr>
      </p:sp>
      <p:sp>
        <p:nvSpPr>
          <p:cNvPr id="7" name="Text 4"/>
          <p:cNvSpPr/>
          <p:nvPr/>
        </p:nvSpPr>
        <p:spPr>
          <a:xfrm>
            <a:off x="347472" y="4937760"/>
            <a:ext cx="6766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RAHASIA  ·  HSSE  ·  September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092440" y="4937760"/>
            <a:ext cx="685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41248"/>
          <a:ext cx="8412480" cy="914400"/>
        </p:xfrm>
        <a:graphic>
          <a:graphicData uri="http://schemas.openxmlformats.org/drawingml/2006/table">
            <a:tbl>
              <a:tblPr/>
              <a:tblGrid>
                <a:gridCol w="6126480"/>
                <a:gridCol w="22860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Uraian (keranjang Unlimited)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Jumlah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Paket Unlimited 48 bulan  ·  promo Rp38.900/bln (coret Rp121.900)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1.867.200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Cadangan berkas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WHOIS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Pajak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205.392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Jumlah dibayar sekarang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2.072.592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65760" y="3749040"/>
            <a:ext cx="8412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dan kotak surat gratis pada tahun pertama.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 48 bulan, perpanjangan hosting Rp121.900/bulan.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dan Resend saat ini Rp0 (bukan tagihan Hostinger).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744"/>
          </a:solidFill>
          <a:ln/>
        </p:spPr>
      </p:sp>
      <p:pic>
        <p:nvPicPr>
          <p:cNvPr id="3" name="Image 0" descr="C:\Users\pc\Projects\safety-observation-card\public\logo\BACT Logo_OG White 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09728"/>
            <a:ext cx="1207008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146304"/>
            <a:ext cx="7269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Keputusan yang diminta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0" y="640080"/>
            <a:ext cx="9144000" cy="25603"/>
          </a:xfrm>
          <a:prstGeom prst="rect">
            <a:avLst/>
          </a:prstGeom>
          <a:solidFill>
            <a:srgbClr val="F37021"/>
          </a:solidFill>
          <a:ln/>
        </p:spPr>
      </p:sp>
      <p:sp>
        <p:nvSpPr>
          <p:cNvPr id="6" name="Shape 3"/>
          <p:cNvSpPr/>
          <p:nvPr/>
        </p:nvSpPr>
        <p:spPr>
          <a:xfrm>
            <a:off x="0" y="4919472"/>
            <a:ext cx="9144000" cy="9144"/>
          </a:xfrm>
          <a:prstGeom prst="rect">
            <a:avLst/>
          </a:prstGeom>
          <a:solidFill>
            <a:srgbClr val="C5CDD6"/>
          </a:solidFill>
          <a:ln/>
        </p:spPr>
      </p:sp>
      <p:sp>
        <p:nvSpPr>
          <p:cNvPr id="7" name="Text 4"/>
          <p:cNvSpPr/>
          <p:nvPr/>
        </p:nvSpPr>
        <p:spPr>
          <a:xfrm>
            <a:off x="347472" y="4937760"/>
            <a:ext cx="6766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RAHASIA  ·  HSSE  ·  September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092440" y="4937760"/>
            <a:ext cx="685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86384"/>
          <a:ext cx="841248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3794760"/>
                <a:gridCol w="329184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Hostinger Unlimited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Hosting cPanel biasa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tahun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Rp2.072.592 (promo + pajak, keranjang 48 bulan)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Umumnya Rp2,4–7,2 juta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Paket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+ kotak surat tahun 1, SSL, cadangan berkas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Sering terpisah / tergantung paket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Catatan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Bukan cPanel; data SOC tetap Supabase + Resend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Panel dikenal teknisi lama; bukan arsitektur SOC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65760" y="2395728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49808" y="2395728"/>
            <a:ext cx="80284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Setujui aplikasi SOC yang sudah live (form tanpa login, klasifikasi HSE, analitik, PDF SOC/Investigasi) sebagai pengganti Excel.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65760" y="2926080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49808" y="2926080"/>
            <a:ext cx="80284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Setujui Hostinger Unlimited 48 bulan Rp2.072.592 (situs, SSL, cadangan berkas, kotak surat tahun pertama; sudah termasuk pajak).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65760" y="3456432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749808" y="3456432"/>
            <a:ext cx="80284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 Supabase dan Resend sebagai tagihan terpisah. Saat ini Free; Pro hanya jika volume atau kapasitas naik.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65760" y="3986784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749808" y="3986784"/>
            <a:ext cx="80284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Tugaskan IT / HSSE: 2FA pada panel Hostinger, serta pembagian Super Admin, HSE Officer, dan Viewer. Data laporan tetap di Supabase.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PT. BACT — Batu Ampar Container Terminal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Pengajuan Hosting, Domain, dan Upgrade Safety Observation Card</dc:title>
  <dc:subject>Dokumen internal — September 2026</dc:subject>
  <dc:creator>PT. BACT HSSE</dc:creator>
  <cp:lastModifiedBy>PT. BACT HSSE</cp:lastModifiedBy>
  <cp:revision>1</cp:revision>
  <dcterms:created xsi:type="dcterms:W3CDTF">2026-09-17T15:25:30Z</dcterms:created>
  <dcterms:modified xsi:type="dcterms:W3CDTF">2026-09-17T15:25:30Z</dcterms:modified>
</cp:coreProperties>
</file>