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0040"/>
            <a:ext cx="1920240" cy="7498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132588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PENGAJUAN INTERNAL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" y="1645920"/>
            <a:ext cx="80467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Hosting, Domain &amp; Upgrade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Observation Card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02920" y="31089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Tiga tagihan terpisah: Hostinger (web + domain + mailbox terima) · Supabase (database) · Resend (kirim email).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Bukan satu paket all-in. Angka publik 12 September 2026.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443484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 ·  HSSE / IT  ·  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Ringkasan usulan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Yang diminta dari manajemen, dalam satu halaman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Upgrade cara kerja HSE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8056" y="149047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SOC saat ini masih Excel — lambat, sulit di lapangan, sulit dilacak. Aplikasi SOC BACT sudah hidup sebagai pengganti.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617720" y="105156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72744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4" name="Text 11"/>
          <p:cNvSpPr/>
          <p:nvPr/>
        </p:nvSpPr>
        <p:spPr>
          <a:xfrm>
            <a:off x="5074920" y="114300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Domain &amp; hosting resmi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745736" y="149047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Hostinger Unlimited: website, domain, SSL, backup file, dan mailbox untuk menerima email. Bukan tempat database laporan.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20040" y="274320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283464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Bayar Hostinger sekarang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48056" y="318211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Keranjang 48 bulan: Rp38.900/bln + pajak Rp205.392 = Rp2.072.592. Domain &amp; mailbox terima gratis tahun pertama.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617720" y="274320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72744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22" name="Text 19"/>
          <p:cNvSpPr/>
          <p:nvPr/>
        </p:nvSpPr>
        <p:spPr>
          <a:xfrm>
            <a:off x="5074920" y="283464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Database &amp; kirim email terpisah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745736" y="318211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 (data, login, foto) dan Resend (notifikasi keluar) tetap dipakai. Sekarang Free. Pro hanya jika volume naik.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Tiga tagihan, bukan satu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 yang paling sering disalahpahami — Hostinger tidak termasuk database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92608" y="1051560"/>
            <a:ext cx="276148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233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20624" y="1490472"/>
            <a:ext cx="2505456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Website + domain + SSL + backup file + mailbox untuk BACA / TERIMA email (contoh hse@domain). Tidak menyimpan laporan SOC, login HSE, atau foto bukti.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172968" y="1051560"/>
            <a:ext cx="276148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8269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3630168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00984" y="1490472"/>
            <a:ext cx="2505456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Database, Auth (login admin), dan storage foto. Invoice terpisah. Sekarang Free ($0). Pro dari $25/bln kalau nanti butuh backup harian / kapasitas lebih besar.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053328" y="1051560"/>
            <a:ext cx="276148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6305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Resend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181344" y="1490472"/>
            <a:ext cx="2505456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Kirim notifikasi transaksional (laporan baru, HiPo). Tetap Resend — SMTP Hostinger tidak dipakai untuk kirim. Sekarang Free ($0). Pro dari $20/bln.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" y="356616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Mailbox Hostinger = kotak masuk perusahaan. Resend = mesin pengirim otomatis. Jangan campur: kita tidak pindah kirim notifikasi ke SMTP Hostinger.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Kondisi sekarang: SOC masih Excel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Alasan pengajuan ini lebih dari sekadar beli hosting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92608" y="1051560"/>
            <a:ext cx="276148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233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Lambat di lapangan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20624" y="1490472"/>
            <a:ext cx="2505456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Isi kertas/Excel di office, bukan dari HP saat kejadian. Data sering telat atau tidak lengkap.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172968" y="1051560"/>
            <a:ext cx="276148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8269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14" name="Text 11"/>
          <p:cNvSpPr/>
          <p:nvPr/>
        </p:nvSpPr>
        <p:spPr>
          <a:xfrm>
            <a:off x="3630168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tercecer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00984" y="1490472"/>
            <a:ext cx="2505456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Banyak versi, copy di WhatsApp, sulit tahu mana yang terbaru. Mudah hilang saat ganti PIC/HSE.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053328" y="1051560"/>
            <a:ext cx="276148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6305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Sulit ditindaklanjuti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181344" y="1490472"/>
            <a:ext cx="2505456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Tidak ada antrian klasifikasi, status Open → Closed, investigasi, atau PDF Notice resmi.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92608" y="2743200"/>
            <a:ext cx="276148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02336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Analitik manual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20624" y="3182112"/>
            <a:ext cx="2505456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Rekap HiPo, lokasi, kontraktor, tren bulanan diketik ulang. Rawan salah hitung.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172968" y="2743200"/>
            <a:ext cx="276148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82696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26" name="Text 23"/>
          <p:cNvSpPr/>
          <p:nvPr/>
        </p:nvSpPr>
        <p:spPr>
          <a:xfrm>
            <a:off x="3630168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Akses tidak terkontrol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300984" y="3182112"/>
            <a:ext cx="2505456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Siapa saja yang pegang file bisa ubah/hapus. Tidak ada jejak siapa mengubah apa.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053328" y="2743200"/>
            <a:ext cx="276148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63056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30" name="Text 27"/>
          <p:cNvSpPr/>
          <p:nvPr/>
        </p:nvSpPr>
        <p:spPr>
          <a:xfrm>
            <a:off x="6510528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 lemah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3182112"/>
            <a:ext cx="2505456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Mengandalkan laptop orang. Tidak ada SSL, domain resmi, atau recovery terpusat.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vs aplikasi SOC BACT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Upgrade masa depan untuk tim HSSE — bukan ganti alat saja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987552"/>
          <a:ext cx="8558784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319272"/>
                <a:gridCol w="3319272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Aspek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Excel (sekarang)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Aplikasi SOC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Cara lapor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Isi file / kertas, lalu kirim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HP/QR, tanpa login, label ID + English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Identitas pelapor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Ketik manual, sering tidak lengkap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Nama BACT autocomplete + ID otomatis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Bukti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Foto di chat, terpisah dari data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Foto + lokasi tersimpan satu laporan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Klasifikasi HSE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Campur di kolom Excel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HSE isi kategori &amp; risiko di dashboard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Follow-up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Sulit dilacak sampai closed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Status, investigasi, CAPA, PDF Notice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Analitik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Pivot manual, lambat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Weekly / Monthly report, import Excel, grafik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Keamanan akses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File bisa di-forward siapa saja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 Super Admin / HSE / Viewer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Jejak perubahan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Hampir tidak ada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Audit log siapa mengubah laporan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Aplikasi sudah dibangun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Bukan konsep — sudah live di web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92608" y="1051560"/>
            <a:ext cx="2084832" cy="2148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233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143000"/>
            <a:ext cx="1517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pelapor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20624" y="1490472"/>
            <a:ext cx="1828800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Label bilingual. Perusahaan, nama, departemen, tanggal, lokasi, deskripsi, Stop Work, foto. Tanpa login.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487168" y="1051560"/>
            <a:ext cx="2084832" cy="2148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9689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4" name="Text 11"/>
          <p:cNvSpPr/>
          <p:nvPr/>
        </p:nvSpPr>
        <p:spPr>
          <a:xfrm>
            <a:off x="2944368" y="1143000"/>
            <a:ext cx="1517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Command Center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615184" y="1490472"/>
            <a:ext cx="1828800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English, dark/light. Antrian, klasifikasi HSE, investigasi, PDF Notice, notifikasi Resend.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681728" y="1051560"/>
            <a:ext cx="2084832" cy="2148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9145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8" name="Text 15"/>
          <p:cNvSpPr/>
          <p:nvPr/>
        </p:nvSpPr>
        <p:spPr>
          <a:xfrm>
            <a:off x="5138928" y="1143000"/>
            <a:ext cx="1517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Analitik &amp; log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809744" y="1490472"/>
            <a:ext cx="1828800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Weekly/Monthly report (From–To), import Excel/CSV historis, export, Log HSE Super Admin.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876288" y="1051560"/>
            <a:ext cx="2084832" cy="2148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98601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22" name="Text 19"/>
          <p:cNvSpPr/>
          <p:nvPr/>
        </p:nvSpPr>
        <p:spPr>
          <a:xfrm>
            <a:off x="7333488" y="1143000"/>
            <a:ext cx="1517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 akun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004304" y="1490472"/>
            <a:ext cx="1828800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 Admin, HSE Officer, Viewer. PIC = assign di laporan, bukan role login.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" y="338328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sekarang: bact-safety-observation-modern.vercel.app  ·  Admin: /admin/login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Pengajuan ini supaya alamatnya resmi (domain BACT), file web di Hostinger, database tetap Supabase, kirim email tetap Resend.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Mengapa perlu hosting &amp; domain resmi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Uji coba boleh di subdomain. Operasional HSE butuh alamat perusahaan.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92608" y="105156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233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14300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Kredibel di lapangan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20624" y="149047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dan surat Notice lebih dipercaya jika domain-nya BACT, bukan alamat uji coba Vercel.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90288" y="105156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700016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4" name="Text 11"/>
          <p:cNvSpPr/>
          <p:nvPr/>
        </p:nvSpPr>
        <p:spPr>
          <a:xfrm>
            <a:off x="5047488" y="114300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Mailbox untuk menerima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718304" y="149047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Paket termasuk mailbox (gratis 1 tahun) — kotak masuk HSE/IT. Bukan untuk kirim notifikasi otomatis.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292608" y="274320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283464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 file &amp; SSL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20624" y="318211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 otomatis + backup harian file website. Kalau laptop rusak, file web tidak ikut hilang.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90288" y="274320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700016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22" name="Text 19"/>
          <p:cNvSpPr/>
          <p:nvPr/>
        </p:nvSpPr>
        <p:spPr>
          <a:xfrm>
            <a:off x="5047488" y="283464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Kontrol IT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718304" y="318211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Panel hosting, perpanjang domain, dan akses akun ada di tangan perusahaan.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Paket usulan: Hostinger Unlimited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Harga halaman resmi + keranjang 48 bulan (promo September 2026)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9260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233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Rp38.900 / bulan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2062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 (normal Rp129.900/bln). Kunci 48 bulan. Hosting saja Rp1.867.200.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17296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8269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363016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 bulan + pajak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0098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Pajak keranjang Rp205.392. Total bayar sekarang Rp2.072.592.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05332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6305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gratis 1 th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18134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.com / .net / .org, dll. Tahun berikutnya berbayar (lihat slide domain).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9260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0233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 GB NVMe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2062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Untuk file website SOC + beberapa situs internal. Bukan database laporan.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17296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8269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26" name="Text 23"/>
          <p:cNvSpPr/>
          <p:nvPr/>
        </p:nvSpPr>
        <p:spPr>
          <a:xfrm>
            <a:off x="363016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 harian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30098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Restore file web dari panel. Masuk promo keranjang (nilai normal ± Rp771 rb).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05332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6305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30" name="Text 27"/>
          <p:cNvSpPr/>
          <p:nvPr/>
        </p:nvSpPr>
        <p:spPr>
          <a:xfrm>
            <a:off x="651052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SSL + mailbox terima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SSL otomatis. Mailbox unlimited per website, gratis 1 tahun — untuk baca email.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Kelebihan Hostinger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Mengapa paket ini masuk akal untuk SOC BACT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9260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233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Harga promo jelas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2062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Checkout Rp2.072.592 untuk 4 tahun hosting (sudah pajak). Mudah diajukan di budget tahunan.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17296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8269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363016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Panel modern (hPanel)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0098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Lebih sederhana dari cPanel klasik. Cocok dikelola IT + HSE tanpa jadi sysadmin penuh.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05332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6305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Dukungan Node.js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18134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Bukan hanya WordPress. Frontend SOC modern bisa di-deploy di paket ini.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9260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0233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SSL &amp; CDN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2062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Sertifikat HTTPS otomatis, CDN, prioritas support 24/7 di paket Unlimited.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17296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8269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26" name="Text 23"/>
          <p:cNvSpPr/>
          <p:nvPr/>
        </p:nvSpPr>
        <p:spPr>
          <a:xfrm>
            <a:off x="363016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Keamanan bawaan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30098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WAF, filter DDoS, malware scanner, nameserver Cloudflare, ISO 27001 di sisi Hostinger.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05332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6305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30" name="Text 27"/>
          <p:cNvSpPr/>
          <p:nvPr/>
        </p:nvSpPr>
        <p:spPr>
          <a:xfrm>
            <a:off x="651052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Garansi 30 hari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Bisa dibatalkan di awal jika tidak cocok. Perpanjangan hosting setelah 48 bulan: Rp121.900/bln.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Keterbatasan Hostinger (perlu jujur)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Supaya keputusan tidak hanya lihat harga promo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9260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233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hosting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2062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 dipakai bersama website lain. Cukup untuk SOC internal, tapi bukan VPS terisolasi kelas bank.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17296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8269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4" name="Text 11"/>
          <p:cNvSpPr/>
          <p:nvPr/>
        </p:nvSpPr>
        <p:spPr>
          <a:xfrm>
            <a:off x="363016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Ikat 48 bulan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0098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Harga murah karena bayar di muka. Batal di tengah residual bisa tidak semurah hitungan bulanan.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05332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6305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Bukan cPanel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18134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Pakai hPanel. Teknisi yang hanya terbiasa cPanel perlu waktu singkat beradaptasi.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9260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0233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&amp; mailbox tahun ke-2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2062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Gratis hanya tahun pertama. Domain .com ± Rp419.800/th. Mailbox terima dianggarkan terpisah.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17296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8269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26" name="Text 23"/>
          <p:cNvSpPr/>
          <p:nvPr/>
        </p:nvSpPr>
        <p:spPr>
          <a:xfrm>
            <a:off x="363016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BUKAN di sini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30098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Laporan, login, foto tetap di Supabase. Hostinger = web + domain + mailbox terima + SSL + backup file.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05332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6305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30" name="Text 27"/>
          <p:cNvSpPr/>
          <p:nvPr/>
        </p:nvSpPr>
        <p:spPr>
          <a:xfrm>
            <a:off x="651052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Bukan mesin kirim email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 otomatis tetap Resend. SMTP Hostinger tidak jadi rencana pengiriman.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Hostinger vs hosting cPanel tradisional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cPanel = panel klasik (Niagahoster, Rumahweb, dsb). Hostinger = hPanel sendiri.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987552"/>
          <a:ext cx="8631936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474720"/>
                <a:gridCol w="3465576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Aspek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Hostinger Unlimited (hPanel)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Hosting cPanel biasa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Panel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hPanel — modern, lebih simpel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cPanel — familiar teknisi lama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Harga 4 tahun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± Rp2,07 juta (promo + pajak)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Sering Rp50–150 rb/bln = Rp2,4–7,2 jt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Gratis 1 tahun di paket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Sering dibeli terpisah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Mailbox terima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Unlimited/website, gratis 1 th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Ada, kuota tergantung paket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SSL / backup file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SSL otomatis + backup harian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Tergantung paket; kadang add-on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Database aplikasi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Tidak termasuk — pakai Supabase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MySQL lokal; tetap bukan arsitektur SOC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Kirim notifikasi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Tidak — tetap Resend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SMTP hosting; deliverability sering lemah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Kelemahan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Shared, ikat promo, bukan cPanel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Lebih mahal, UI ramai, kualitas beda-beda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Tagihan 1 — Hostinger (checkout 48 bulan)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Angka keranjang Unlimited Sept 2026. Tidak termasuk Supabase / Resend.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960120"/>
          <a:ext cx="8631936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17320"/>
                <a:gridCol w="1965960"/>
                <a:gridCol w="3054096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 biaya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Periode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Nominal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Keterangan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Paket Unlimited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48 bulan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1.867.200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Rp38.900/bln promo (normal Rp129.900)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Backup harian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48 bulan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Termasuk promo (nilai ± 771 rb)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Tahun 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Gratis di paket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Mailbox terima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Tahun 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Gratis 1 tahun — untuk baca email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Pajak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Saat bayar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205.392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Dari keranjang Hostinger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TOTAL BAYAR SEKARANG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48 bulan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370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2.072.592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Efektif ± Rp43.180 / bulan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320040" y="3429000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Sumber: keranjang Hostinger Unlimited 48 bulan (Sept 2026) + hostinger.com/id/harga (12 Sept 2026).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Perpanjangan hosting setelah 48 bulan: Rp121.900/bln (bukan Rp21.900 — itu tarif email). Domain .com tahun 2+: Rp419.800/th (tutorial harga domain Hostinger).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Tagihan 2 — Supabase (database, login, foto)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supabase.com/pricing · dicek 12 September 2026 · kurs rencana Rp17.600/USD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987552"/>
          <a:ext cx="8631936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554480"/>
                <a:gridCol w="2743200"/>
                <a:gridCol w="2596896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Paket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Harga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Yang didapat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Untuk SOC BACT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Free (sekarang)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$0 / bln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≈ Rp 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500 MB DB · 1 GB foto · 50.000 MAU · 2 project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Cukup untuk operasional awal. Project Free pause setelah 1 minggu tidak aktif.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 (nanti)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$25 / bln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≈ Rp 440.000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 GB disk · 100 GB storage · backup 7 hari · tidak pause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Naik jika foto/data penuh, atau butuh backup harian &amp; dukungan email.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320040" y="3611880"/>
            <a:ext cx="8503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 $25 biasanya sudah termasuk 1 project Micro ($10 credit compute). Pajak/VAT bisa ditambah oleh Supabase sesuai alamat billing.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Hostinger tidak menggantikan slide ini. Pindah database ke MySQL Hostinger = kerja ulang besar, tidak diusulkan.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Tagihan 3 — Resend (kirim notifikasi)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resend.com/pricing · dicek 12 September 2026 · mailbox Hostinger TIDAK menggantikan ini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987552"/>
          <a:ext cx="8631936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554480"/>
                <a:gridCol w="2743200"/>
                <a:gridCol w="2596896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Paket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Harga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Kuota kirim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Untuk SOC BACT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Free (sekarang)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$0 / bln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≈ Rp 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3.000 email/bln · max 100/hari · 3 domain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Cukup: laporan baru + HiPo ke beberapa email HSE.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 (nanti)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$20 / bln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≈ Rp 352.000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50.000 email/bln · tanpa batas harian · 10 domain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Naik jika volume harian tembus 100 atau butuh SLA lebih longgar.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320040" y="3611880"/>
            <a:ext cx="8503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Rencana tetap: Resend mengirim, Hostinger mailbox menerima. SMTP Hostinger / email hosting bukan mesin notifikasi aplikasi.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 $35/bln = 100.000 email — jauh di atas kebutuhan SOC internal. Tidak dianggarkan sekarang.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Estimasi 4 tahun / per tahun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Skenario A = tetap Free di Supabase &amp; Resend (rekomendasi sekarang). Angka dibulatkan.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32688"/>
          <a:ext cx="8778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362456"/>
                <a:gridCol w="1362456"/>
                <a:gridCol w="1362456"/>
                <a:gridCol w="1362456"/>
                <a:gridCol w="1362456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Tahun 1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Tahun 2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Tahun 3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Tahun 4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tahun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Hostinger hosting+pajak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2.072.592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2.072.592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 .com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419.800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419.800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419.800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1.259.400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Mailbox terima (1 akun)*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166.800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166.800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166.800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500.400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Supabase Free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Resend Free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TOTAL skenario A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2.072.592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586.600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586.600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586.600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3702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Rp 3.832.392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256032" y="3401568"/>
            <a:ext cx="863193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*Mailbox tahun 2–4: 1 akun Hostinger Email Starter, tarif perpanjang publik Rp13.900/bln × 12. Opsional jika mailbox perusahaan sudah ada di tempat lain.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Kalau suatu hari naik Pro: Supabase ≈ Rp440 rb/bln (Rp5,28 jt/th) + Resend ≈ Rp352 rb/bln (Rp4,22 jt/th). Itu tagihan terpisah, bukan Hostinger.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Sumber: hostinger.com/id/harga · /harga/email-hosting · tutorial domain Hostinger · supabase.com/pricing · resend.com/pricing · 12 Sept 2026.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Keamanan aplikasi SOC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Yang sudah ada di sistem kita — bukan hanya andalkan hosting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9260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233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Pintu terpisah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2062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pelapor publik hanya kirim laporan baru. Dashboard HSE wajib login. Pelapor tidak bisa edit data HSE.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17296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8269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4" name="Text 11"/>
          <p:cNvSpPr/>
          <p:nvPr/>
        </p:nvSpPr>
        <p:spPr>
          <a:xfrm>
            <a:off x="363016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 berjenjang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0098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Viewer lihat saja. HSE klasifikasi &amp; investigasi. Super Admin kelola akun + Log HSE. PIC = assign laporan, bukan login.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053328" y="102412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6305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111556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Autentikasi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181344" y="146304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email + password (Supabase Auth). Sesi terproteksi. Akun bisa dinonaktifkan tanpa hapus jejak.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9260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0233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Aturan database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2062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Row Level Security: insert laporan untuk publik; baca/ubah hanya akun login. Foto di storage terpisah.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17296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8269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26" name="Text 23"/>
          <p:cNvSpPr/>
          <p:nvPr/>
        </p:nvSpPr>
        <p:spPr>
          <a:xfrm>
            <a:off x="363016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Jejak audit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30098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Perubahan status, PIC, klasifikasi tercatat. Berguna untuk investigasi internal dan ISO/audit eksternal.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053328" y="2715768"/>
            <a:ext cx="276148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63056" y="28437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30" name="Text 27"/>
          <p:cNvSpPr/>
          <p:nvPr/>
        </p:nvSpPr>
        <p:spPr>
          <a:xfrm>
            <a:off x="6510528" y="2807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 &amp; data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3154680"/>
            <a:ext cx="2505456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Semua akses lewat SSL. Data tidak disimpan di laptop HSE sebagai “master file” Excel.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Keamanan Hostinger — apakah aman?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Jawaban singkat: ya, aman untuk aplikasi HSE internal jika disiplin akun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987552"/>
          <a:ext cx="8631936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840480"/>
                <a:gridCol w="2871216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Lapisan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Yang didapat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Catatan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SSL / HTTPS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Sertifikat otomatis, data terenkripsi di transit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Wajib untuk form &amp; login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Firewall &amp; DDoS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WAF + filter lalu lintas bermusuhan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Standar hosting modern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Malware scanner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 file otomatis (Monarx)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Fokus file web, bukan isi database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Backup file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Harian + restore dari panel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Pulihkan jika salah deploy / rusak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Sertifikasi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Hostinger ISO/IEC 27001:2022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Tata kelola keamanan penyedia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Akun panel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Bisa 2FA di Hostinger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Wajib diaktifkan IT/admin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320040" y="3246120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Bukan “aman mutlak” (tidak ada hosting shared yang 100%). Cukup aman untuk SOC: data operasional HSE, bukan data kartu kredit nasabah.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Syarat: password kuat, 2FA panel, jangan share Super Admin, review user nonaktif, dan jangan taruh banyak website liar di akun yang sama.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Rekomendasi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Usulan keputusan untuk manajemen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Pengajuan Hosting &amp; Domain SOC · September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Setujui upgrade SOC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8056" y="149047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Jadikan aplikasi sebagai sistem resmi HSE. Excel hanya arsip/export. Tim lapangan lapor lewat QR/HP.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617720" y="105156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72744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5074920" y="114300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Setujui Hostinger Unlimited 48 bln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745736" y="149047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Bayar sekarang Rp2.072.592 untuk web + domain + SSL + backup file + mailbox terima tahun 1.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20040" y="274320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283464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Tetap Free dulu di cloud data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48056" y="318211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 + Resend $0 selama kuota cukup. Siapkan Pro hanya jika kapasitas/volume naik (angka di slide 13–15).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617720" y="274320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72744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22" name="Text 19"/>
          <p:cNvSpPr/>
          <p:nvPr/>
        </p:nvSpPr>
        <p:spPr>
          <a:xfrm>
            <a:off x="5074920" y="2834640"/>
            <a:ext cx="3547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+ HSE kelola akses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745736" y="3182112"/>
            <a:ext cx="385876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2FA Hostinger. Super Admin terbatas. HSE harian = HSE Officer. Viewer untuk manajemen yang hanya pantau.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7021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65760"/>
            <a:ext cx="1920240" cy="7498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12801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Keputusan yang diminta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02920" y="1783080"/>
            <a:ext cx="804672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Menyetujui aplikasi SOC sebagai pengganti Excel untuk pelaporan HSE.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Menyetujui Hostinger Unlimited 48 bulan + domain sebesar Rp2.072.592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(web, SSL, backup file, mailbox terima tahun 1 — sudah termasuk pajak).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Mencatat bahwa database (Supabase) dan kirim email (Resend) tagihan terpisah;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sekarang Free, bukan bagian invoice Hostinger.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Menugaskan IT/HSSE mengaktifkan 2FA, SSL, dan role Super Admin / HSE / Viewer.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02920" y="38862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Skenario A 4 tahun ≈ Rp3,83 juta  ·  vs  risiko laporan hilang, telat, dan tidak teraudit di Excel.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2920" y="443484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 ·  Batu Ampar Container Terminal  ·  HSSE / IT  · 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PT. BACT — Batu Ampar Container Terminal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Pengajuan Hosting, Domain &amp; Upgrade Safety Observation Card</dc:title>
  <dc:subject>PptxGenJS Presentation</dc:subject>
  <dc:creator>PT. BACT HSSE</dc:creator>
  <cp:lastModifiedBy>PT. BACT HSSE</cp:lastModifiedBy>
  <cp:revision>1</cp:revision>
  <dcterms:created xsi:type="dcterms:W3CDTF">2026-09-12T02:24:23Z</dcterms:created>
  <dcterms:modified xsi:type="dcterms:W3CDTF">2026-09-12T02:24:23Z</dcterms:modified>
</cp:coreProperties>
</file>