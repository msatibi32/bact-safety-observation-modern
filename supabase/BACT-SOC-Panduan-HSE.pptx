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34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HSE Officer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852928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9923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antrian laporan sampai Closed, plus Analytics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45643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petugas HSE yang login ke Command Center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617720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  ·  Aplikasi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dan menu kamu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bact-safety-observation-modern.vercel.app/admin/login. Email dan kata sandi dari Super Admin. Bukan akun pelapor.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kamu: Dashboard dan Analytics. Tidak ada Notifications, Users, atau HSSE Log.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admin Inggris. Tema gelap/terang di pojok kanan atas.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gagal login mengunci 10 menit. Jangan bagikan kata sandi.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apa yang terlihat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2296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Traffic: Total, Active, HiPo, Closed.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volume 14 hari.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laporan. Filter status, HiPo, dan Belum diklasifikasi.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laporan: nama, lokasi, risiko, status. HiPo ada lencana merah.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satu kartu untuk membuka detail di panel kanan (HP: layar penuh).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Eskalasi merah: HiPo lewat 24 jam — kerjakan dulu.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kerja satu laporan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laporan. Baca deskripsi, foto, Stop Work, perusahaan, dan waktu kejadian.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kategori: Unsafe Act, Unsafe Condition, Near Miss, atau Positive Observation.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tingkat risiko: Low, Medium, atau High. Ini yang mengubah “Belum diklasifikasi”.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Tugaskan PIC = departemen tindak lanjut (bukan akun orang). PIC tidak login.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" y="3474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474720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status sesuai progres (lihat slide berikutnya). Simpan setiap tahap.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 status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Dipakai kapan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Baru masuk, belum dikerjakan.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Work / HiPo, atau sedang ditinjau.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Sudah ada tindakan / CAPA berjalan.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Verification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Menunggu HSE verifikasi sebelum tutup.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Selesai. Tidak menghapus data.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diproses (duplikat, bukan SOC, dll.).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 dan investigasi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046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 jika pelapor mencentang Stop Work, atau kamu mengisi High / Near Miss. Bukan setiap laporan wajib investigasi — centang investigasi jika kasusnya perlu.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5087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Investigation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174650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182880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5W+1H: What, Where, When, Why, How.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sampai akar masalah.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dan corrective action.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investigator.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Simpan. Ini jadi bahan PDF Investigation.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Recommendation / CAPA: buat tindakan dengan judul, penanggung jawab (Action By), dan due date.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CAPA: Open → In Progress → Completed → Verified.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Action By dan Due Date di Analytics Top 10 terisi dari PIC atau CAPA ini. Kalau kosong, HSE belum mengisi.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tutup laporan Closed jika CAPA penting masih Open tanpa alasan.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SOC dan PDF Investigation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PDF ada di header detail laporan. Jangan langsung unduh buta.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Layar tinjau terbuka. Sunting naskah (temuan, PIC, perihal, checklist) untuk cetakan itu saja.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sudah benar, unduh PDF. Logo di PDF huruf hitam (bukan logo web putih).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SOC = notice observasi. PDF Investigation = hasil investigasi. Keduanya bisa dipakai rapat atau arsip.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2296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Analytics / ringkasan.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volume: Weekly = 7 hari terakhir. Monthly = pilih Januari sampai bulan berjalan.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Excel: isi From dan To, lalu unduh. Ini arsip, bukan tempat lapor baru.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Case: 10 observasi terbaru dalam kartu (tanggal, lokasi, temuan, risiko). Bukan tabel Excel.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tidak melihat blok HSE performance (KPI) — itu Super Admin.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historis juga Super Admin. Jangan unggah file uji di akun HSE.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bisa kamu ubah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/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Siapa yang boleh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— tambah/nonaktif akun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 — daftar 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HSSE Log / 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laporan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 (bukan pekerjaan harian)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HSE 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harian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937760"/>
            <a:ext cx="10241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412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41248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Belum diklasifikasi. Kosongkan antrian itu dulu.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49961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" y="1499616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HiPo dan eskalasi 24 jam sebelum kasus Low.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1579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157984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PIC departemen setelah klasifikasi.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28163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" y="2816352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 PDF sebelum unduh jika akan diedarkan.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" y="34747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3474720"/>
            <a:ext cx="797356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menutup semua kasus “supaya angka bagus” tanpa CAPA yang relevan.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 SOC — Panduan HSE Officer</dc:title>
  <dc:subject>Cara HSE mengerjakan laporan sampai Closed</dc:subject>
  <dc:creator>PT. BACT HSSE</dc:creator>
  <cp:lastModifiedBy>PT. BACT HSSE</cp:lastModifiedBy>
  <cp:revision>1</cp:revision>
  <dcterms:created xsi:type="dcterms:W3CDTF">2026-09-17T15:25:33Z</dcterms:created>
  <dcterms:modified xsi:type="dcterms:W3CDTF">2026-09-17T15:25:33Z</dcterms:modified>
</cp:coreProperties>
</file>