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96596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23444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BACT — Batu Ampar Container Terminal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16916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isi form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Observation Card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2852928"/>
            <a:ext cx="1234440" cy="27432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299923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orang di lapangan — tanpa akun, tanpa pelatihan IT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345643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 BACT, vendor, security, MSB, visitor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461772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 ·  Dokumen internal  ·  Aplikasi live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kamu kirim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046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bukan laporan kecelakaan resmi. Ini observasi: tindakan atau kondisi yang kamu lihat di terminal, supaya HSE bisa menindaklanjuti.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13716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isi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1609344"/>
            <a:ext cx="82296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1719072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Perusahaan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dan departemen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&amp; waktu kejadian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 (pilih dari daftar)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Deskripsi apa yang terjadi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Work jika pekerjaan dihentikan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bukti (opsional, disarankan)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54880" y="13716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tidak isi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54880" y="1609344"/>
            <a:ext cx="82296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1719072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(Unsafe Act, dll.)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risiko Low / Medium / High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IOGP / Life Saving Rule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atau CAPA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PIC / investigasi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atau kata sandi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5760" y="4069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yang mengklasifikasi di dashboard. Laporan baru tampil “Belum diklasifikasi”.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buka form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4124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841248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bact-safety-observation-modern.vercel.app di HP atau komputer. Atau scan QR yang dipasang HSSE.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149961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4672" y="1499616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 login. Tidak ada akun pelapor.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215798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672" y="2157984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dwibahasa: label Indonesia, penjelasan Inggris di bawahnya.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5760" y="281635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672" y="2816352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diminta cookie: pilih setuju atau kelola. Kebijakan ada di tautan Privacy / Cookies di bawah form.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 — siapa pelapor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0467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perusahaan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042416"/>
            <a:ext cx="82296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11155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PT. BACT jika kamu karyawan BACT. Vendor, kontraktor, security, MSB, atau visitor pilih perusahaan masing-masing, atau “Lainnya” lalu ketik nama.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65760" y="182880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perusahaan = PT. BACT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2066544"/>
            <a:ext cx="82296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214884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04672" y="2148840"/>
            <a:ext cx="79735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 nama di kolom Nama pelapor. Pilih dari daftar karyawan (bukan Security 2508xxx / MSB).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5760" y="271576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04672" y="2715768"/>
            <a:ext cx="79735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dan ID BACT-xxxx terisi otomatis. Jangan diubah.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65760" y="328269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04672" y="3282696"/>
            <a:ext cx="79735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nama tidak ada di daftar, pilih perusahaan lain atau isi departemen manual setelah nama diketik tanpa memilih daftar.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 — bukan karyawan BACT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4124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841248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nama lengkap secara manual.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149961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4672" y="1499616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departemen / jabatan di lapangan, contoh: Security, Driver, Tally.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215798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672" y="2157984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ID BACT. Itu wajar.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5760" y="281635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672" y="2816352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perusahaan benar supaya HSE tahu sumber laporan.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 — kapan dan di mana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4124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841248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&amp; waktu: waktu kejadian, bukan waktu kamu mengisi. Gunakan pemilih tanggal di form.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149961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4672" y="1499616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Lokasi: pilih dari daftar (CY/A, Gate IN, Jetty, New Building Office, dll.).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215798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672" y="2157984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lokasi tidak ada, pilih Other lalu ketik lokasi yang jelas (area, stack, atau gedung).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5760" y="281635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672" y="2816352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 mengaktifkan GPS. Lokasi diambil dari pilihan kamu.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 — deskripsi, Stop Work, foto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78638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Deskripsi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024128"/>
            <a:ext cx="82296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10789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Ceritakan apa yang terlihat, siapa yang terlibat jika relevan, dan mengapa itu tidak aman atau malah praktik baik. Maksimal 4.000 karakter. Jangan tulis data pribadi orang lain yang tidak perlu.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" y="17830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Work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2020824"/>
            <a:ext cx="82296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20848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Centang hanya jika pekerjaan di area itu sudah dihentikan sementara. Laporan ini menjadi High Potential (HiPo) dan HSE meninjau lebih dulu. Jangan dicentang “sekadar supaya cepat ditangani”.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5760" y="27889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65760" y="3026664"/>
            <a:ext cx="82296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310896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Opsional, tapi sangat membantu HSE.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JPG, PNG, WEBP, atau HEIC. Maksimal 8 foto, 10 MB per berkas.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dari galeri atau kamera HP. Jangan unggah dokumen atau video.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— kirim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4124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841248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nama, lokasi, dan deskripsi sekali lagi. Lalu ketuk Kirim Laporan.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149961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4672" y="1499616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berhasil: layar “Laporan terkirim”. HSE akan menindaklanjuti. Kamu tidak menerima nomor tiket di HP.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215798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672" y="2157984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jaringan putus: laporan tersimpan di perangkat. Buka aplikasi lagi saat sinyal ada — akan terkirim otomatis. Foto tidak ikut antrean offline; kirim ulang dengan foto saat online.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5760" y="281635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672" y="2816352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“Buat laporan lain” untuk kejadian berikutnya.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tidak perlu kamu lakukan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1206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Jangan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Alasan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Minta akun 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hanya HSE / Super Admin / Viewer.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 kategori atau risiko sendiri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Itu tugas HSE setelah laporan masuk.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Lapor lewat Excel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hanya arsip. Lapor lewat form ini.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Kirim dua kali “supaya sampai”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 kiriman cukup. Dobel membuat data ganda.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Centang Stop Work tanpa henti kerja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Work = HiPo. Hanya jika pekerjaan benar dihentikan.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Bantuan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100584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Alamat form: bact-safety-observation-modern.vercel.app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form gagal kirim, coba jaringan lain lalu kirim ulang. Jika nama BACT tidak muncul di daftar, laporkan ke HSSE / IT agar data karyawan diperbarui.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 dan Cookie Policy ada di tautan bawah form.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PT. BACT — Batu Ampar Container Terminal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BACT SOC — Panduan isi form</dc:title>
  <dc:subject>Cara pelapor mengirim Safety Observation Card</dc:subject>
  <dc:creator>PT. BACT HSSE</dc:creator>
  <cp:lastModifiedBy>PT. BACT HSSE</cp:lastModifiedBy>
  <cp:revision>1</cp:revision>
  <dcterms:created xsi:type="dcterms:W3CDTF">2026-09-17T15:25:32Z</dcterms:created>
  <dcterms:modified xsi:type="dcterms:W3CDTF">2026-09-17T15:25:32Z</dcterms:modified>
</cp:coreProperties>
</file>