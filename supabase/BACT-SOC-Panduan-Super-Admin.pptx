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96596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3444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BACT — Batu Ampar Container Terminal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Super Admin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2852928"/>
            <a:ext cx="1234440" cy="27432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99923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Akun, notifikasi, log, KPI, dan import — di atas pekerjaan HSE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345643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Super Admin / IT / pimpinan HSSE yang punya akses penuh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461772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·  Dokumen internal  ·  Aplikasi live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kamu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046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bisa semua yang HSE Officer bisa, plus menu yang HSE tidak lihat. Jangan memakai akun ini untuk kerja lapangan sehari-hari jika sudah ada akun HSE.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HSE Officer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+ laporan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+ export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(tanpa KPI)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+ HSE 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HSSE 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Excel historis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412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841248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 admin: bact-safety-observation-modern.vercel.app/admin/login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149961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" y="1499616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email yang didaftarkan di Users. Bukan form pelapor.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215798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" y="2157984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percobaan salah mengunci 10 menit.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" y="281635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" y="2816352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masuk, cek menu Users dan Notifications terlihat. Jika tidak, role akun bukan Super Admin.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— tambah akun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412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841248"/>
            <a:ext cx="7973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Users. Add new user: email kerja, kata sandi sementara minimal 12 karakter, pilih peran.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146304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" y="1463040"/>
            <a:ext cx="7973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Super Admin (penuh), HSE Officer (laporan + Analytics), Viewer (lihat saja).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760" y="208483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" y="2084832"/>
            <a:ext cx="7973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bukan peran login. Jangan buat akun “PIC Departemen”. PIC diisi per laporan oleh HSE.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5760" y="270662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" y="2706624"/>
            <a:ext cx="7973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Berikan kata sandi sementara lewat saluran internal, minta diganti saat login pertama (Change password di Users).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5760" y="332841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4672" y="3328416"/>
            <a:ext cx="7973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jika orang pindah tugas. Delete hanya jika akun salah dibuat. Tidak bisa menonaktifkan / menghapus akun sendiri.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— email HSE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412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841248"/>
            <a:ext cx="7973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Notifications. Ini satu-satunya tempat menambah alamat yang menerima Laporan Baru dan HiPo.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146304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" y="1463040"/>
            <a:ext cx="7973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 email, label opsional (contoh “HSE team”), Add email. Status harus Active.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760" y="208483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" y="2084832"/>
            <a:ext cx="7973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test, cek Inbox dan Spam. Kalau tes gagal, cek domain Resend atau cadangan Brevo — bukan salah form pelapor.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5760" y="270662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" y="2706624"/>
            <a:ext cx="7973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Excel historis tidak mengirim email. Hanya form live.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5760" y="332841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4672" y="3328416"/>
            <a:ext cx="7973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Officer tidak bisa mengubah daftar ini, meski mereka yang menerima surat.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HSSE Log, KPI, import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78638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HSSE Log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024128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10789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Jejak aktivitas staf di dashboard (bukan form pelapor). Untuk audit internal, bukan untuk dihapus harian.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" y="17830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performance (Analytics)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2020824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20848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KPI di bawah Top 10 Case. Hanya Super Admin. Target bisa diubah di sini, bukan oleh HSE Officer.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5760" y="27889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historis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65760" y="3026664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3090672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bawah Analytics. Preview dulu, lalu import. Data tertandai Imported from HSE Excel — tidak memicu email. Jangan import file tes. Dummy seed terpisah dari import asli.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data — hati-hati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6868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kunci database (schema v12), hanya Super Admin yang bisa menghapus laporan lewat API. HSE Officer tidak bisa.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≠ terhapus. Jangan hapus laporan operasional. Hapus hanya tes dummy yang disepakati.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tidak boleh punya peran Super Admin. Jangan bagikan service role / kunci Supabase.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yang sudah hidup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22960"/>
            <a:ext cx="84124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HSTS, CSP, anti-clickjacking. Bukan klaim ISO 27001 atau SOC 2.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RLS: publik hanya kirim laporan baru. Ubah = HSE/Super Admin. Hapus = Super Admin.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honeypot anti-bot, batas foto, error umum (bukan pesan database).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akun baru minimal 12 karakter.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bukti: URL storage masih bisa dibuka jika orang punya tautannya — jangan sebar link foto ke grup publik.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kantor Hostinger masih usulan; data tetap Supabase.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Super Admin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412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841248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minimal satu email HSE Active di Notifications, plus tes inbox.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149961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" y="1499616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akun HSE Officer terpisah. Jangan semua orang Super Admin.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215798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" y="2157984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untuk manajemen yang hanya melihat angka.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" y="281635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" y="2816352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unggah Excel uji ke import production.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65760" y="34747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4672" y="3474720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email form tidak sampai: cek Notifications, lalu domain Resend — bukan menyalahkan pelapor.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PT. BACT — Batu Ampar Container Terminal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BACT SOC — Panduan Super Admin</dc:title>
  <dc:subject>Kelola akun, email, dan pengawasan SOC</dc:subject>
  <dc:creator>PT. BACT HSSE</dc:creator>
  <cp:lastModifiedBy>PT. BACT HSSE</cp:lastModifiedBy>
  <cp:revision>1</cp:revision>
  <dcterms:created xsi:type="dcterms:W3CDTF">2026-09-17T15:25:34Z</dcterms:created>
  <dcterms:modified xsi:type="dcterms:W3CDTF">2026-09-17T15:25:34Z</dcterms:modified>
</cp:coreProperties>
</file>