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594360"/>
            <a:ext cx="35661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Kerja Pelaporan &amp; Tindak Lanjut HSE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 ·  An ICTSI Group Company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ringkas  ·  Klasifikasi HSE  ·  Log HSE  ·  Kelola user  ·  Notifikasi email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Chart alur baru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Closed — siap dibagikan ke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83664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2066544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2066544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57600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840480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31536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5614416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614416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05472" y="1325880"/>
            <a:ext cx="164592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7388352" y="1024128"/>
            <a:ext cx="1572768" cy="749808"/>
          </a:xfrm>
          <a:prstGeom prst="roundRect">
            <a:avLst>
              <a:gd name="adj" fmla="val 8537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7388352" y="1024128"/>
            <a:ext cx="157276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Assign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0040" y="190195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Cabang setelah klasifikasi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608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334155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biasa / Low–Medium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38912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→ tindakan &amp; CAPA → verifikasi HSE → Closed.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Tidak semua SOC wajib investigasi.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90872" y="21945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4837176" y="226771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/ Near Miss / Stop Work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837176" y="2542032"/>
            <a:ext cx="3886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lanjut investigasi → 5W+1H → PDF Investigasi → CAPA → Closed.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9260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0233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SOC (Notice)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0233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Surat bilingual ke PIC / manajemen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48716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59689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35" name="Text 32"/>
          <p:cNvSpPr/>
          <p:nvPr/>
        </p:nvSpPr>
        <p:spPr>
          <a:xfrm>
            <a:off x="294436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Investigasi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59689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ditandai investigasi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68172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9145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9" name="Text 36"/>
          <p:cNvSpPr/>
          <p:nvPr/>
        </p:nvSpPr>
        <p:spPr>
          <a:xfrm>
            <a:off x="513892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Excel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79145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Rekap laporan, kolom rapi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876288" y="3566160"/>
            <a:ext cx="208483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986016" y="36941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43" name="Text 40"/>
          <p:cNvSpPr/>
          <p:nvPr/>
        </p:nvSpPr>
        <p:spPr>
          <a:xfrm>
            <a:off x="7333488" y="3657600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986016" y="4005072"/>
            <a:ext cx="18653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baru &amp; HiPo ke HSE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&amp; untuk apa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observasi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Masalah lama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kertas / chat tidak terpusat.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terlalu panjang, orang malas lapor.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diisi pelapor — hasilnya tidak konsisten.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PIC sulit dilacak sampai closed.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11480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/>
        </p:spPr>
      </p:sp>
      <p:sp>
        <p:nvSpPr>
          <p:cNvPr id="12" name="Text 9"/>
          <p:cNvSpPr/>
          <p:nvPr/>
        </p:nvSpPr>
        <p:spPr>
          <a:xfrm>
            <a:off x="4892040" y="1143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diselesaikan aplikasi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1508760"/>
            <a:ext cx="3749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 dari HP, tanpa login, lewat QR.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pendek: identitas, lokasi, cerita, foto.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karyawan BACT terisi dari data HR.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tentukan kategori &amp; risiko di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memakai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aplikasi, dua pintu: publik &amp; login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BACT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 → pilih dari daftar. Departemen &amp; ID otomatis.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7860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92608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 / visitor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perusahaan, isi nama &amp; departemen manual.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2744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507492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2744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kategori/risiko, investigasi, CAPA, email.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97280"/>
            <a:ext cx="2011680" cy="2148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76288" y="1225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7223760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Admin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76288" y="1536192"/>
            <a:ext cx="179222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 lanjut laporan yang di-assign. Admin akses penuh.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65760" y="34747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tidak mengisi kategori, risiko, atau IOGP. Itu wewenang HSE setelah laporan masuk.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65760" y="39319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otomatis: 173 karyawan BACT. Security / vendor tetap input manual.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lapangan (tanpa login)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 dulu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→ lookup nama. Vendor → isi manual.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&amp; ID BACT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nama, pilih opsi. Departemen + ID BACT-xxxx terisi.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kejadian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 dari daftar area terminal (Workshop, CY, Gate, dll).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Deskripsi + foto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Ceritakan kejadian. Bisa beberapa foto bukti.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jika pekerjaan sudah dihentikan. Jadi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(PWA)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Bisa di-install. Offline tersimpan,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pelapor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scan QR sampai HSE mendapat email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buka web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6366F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perusahaan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nama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lokasi + foto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Open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764792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417320"/>
            <a:ext cx="1280160" cy="868680"/>
          </a:xfrm>
          <a:prstGeom prst="roundRect">
            <a:avLst>
              <a:gd name="adj" fmla="val 736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41732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HSE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banner admin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65760" y="25146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masuk sebagai Belum diklasifikasi. Pelapor tidak diminta pilih kategori atau risiko.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20040" y="3017520"/>
            <a:ext cx="8503920" cy="1417320"/>
          </a:xfrm>
          <a:prstGeom prst="roundRect">
            <a:avLst>
              <a:gd name="adj" fmla="val 5161"/>
            </a:avLst>
          </a:prstGeom>
          <a:solidFill>
            <a:srgbClr val="1A1A1A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3182112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HP offline: laporan disimpan di perangkat, terkirim sendiri saat sinyal kembali.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 BACT: pilih nama dari daftar HR. Vendor: isi nama sendiri.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dapat email + laporan muncul di dashboard untuk diklasifikasi.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oleh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 &amp; risiko ditentukan di dashboard, bukan di form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64748B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diklasifikasi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buka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37021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kategori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risiko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EF4444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jika High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 Near Miss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463040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1430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Lanjut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004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976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2976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 · Unsafe Condition · Near Miss · Positive Observation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0040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1012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365760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331012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· Medium · High — diisi HSE setelah baca deskripsi &amp; foto.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080760" y="2240280"/>
            <a:ext cx="2743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0488" y="23682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5" name="Text 32"/>
          <p:cNvSpPr/>
          <p:nvPr/>
        </p:nvSpPr>
        <p:spPr>
          <a:xfrm>
            <a:off x="6537960" y="233172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otomatis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190488" y="2679192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 (dari pelapor), atau High / Near Miss (dari HSE).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 (Command Center)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 ·  login email &amp; password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total, aktif, HiPo, closed + grafik 14 hari. Daftar laporan 10 per halaman.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Belum diklasifikasi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antrian laporan yang menunggu HSE isi kategori/risiko.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 laporan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Kategori, risiko, perihal PDF, centang tindakan, PIC, status, foto.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vs target. Tombol Export Excel dan Unduh Flow Chart.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HSE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tracking siapa yang aktif menyelesaikan SOC (ringan–investigasi).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Admin: tambah akun, role, aktifkan/nonaktifkan, ganti password.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tindak lanjut HSE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 dulu, baru investigasi · CAPA ·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743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57276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1" name="Shape 8"/>
          <p:cNvSpPr/>
          <p:nvPr/>
        </p:nvSpPr>
        <p:spPr>
          <a:xfrm>
            <a:off x="173736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37021"/>
          </a:solidFill>
          <a:ln/>
        </p:spPr>
      </p:sp>
      <p:sp>
        <p:nvSpPr>
          <p:cNvPr id="12" name="Text 9"/>
          <p:cNvSpPr/>
          <p:nvPr/>
        </p:nvSpPr>
        <p:spPr>
          <a:xfrm>
            <a:off x="173736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3580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9884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6188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7"/>
          <p:cNvSpPr/>
          <p:nvPr/>
        </p:nvSpPr>
        <p:spPr>
          <a:xfrm>
            <a:off x="612648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4928" y="1298448"/>
            <a:ext cx="146304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3" name="Shape 20"/>
          <p:cNvSpPr/>
          <p:nvPr/>
        </p:nvSpPr>
        <p:spPr>
          <a:xfrm>
            <a:off x="7589520" y="10515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/>
        </p:spPr>
      </p:sp>
      <p:sp>
        <p:nvSpPr>
          <p:cNvPr id="24" name="Text 21"/>
          <p:cNvSpPr/>
          <p:nvPr/>
        </p:nvSpPr>
        <p:spPr>
          <a:xfrm>
            <a:off x="7589520" y="1051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5603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71323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Klasifikasi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isi kategori &amp; risiko. Jangan biarkan “Belum diklasifikasi”.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99339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10312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31" name="Text 28"/>
          <p:cNvSpPr/>
          <p:nvPr/>
        </p:nvSpPr>
        <p:spPr>
          <a:xfrm>
            <a:off x="245059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Triage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10312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Baca deskripsi &amp; foto. HiPo masuk investigasi.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73075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84048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5" name="Text 32"/>
          <p:cNvSpPr/>
          <p:nvPr/>
        </p:nvSpPr>
        <p:spPr>
          <a:xfrm>
            <a:off x="418795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Assign PIC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384048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Tunjuk departemen penanggung jawab.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6811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57784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592531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CAPA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57784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korektif: owner, due date, status.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205472" y="1965960"/>
            <a:ext cx="1645920" cy="2423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315200" y="20939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43" name="Text 40"/>
          <p:cNvSpPr/>
          <p:nvPr/>
        </p:nvSpPr>
        <p:spPr>
          <a:xfrm>
            <a:off x="7662672" y="2057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Verifikasi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2404872"/>
            <a:ext cx="1426464" cy="1892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cek tindakan efektif, lalu Closed. Export PDF notice.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Fungsi tiap menu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Penjelasan singkat untuk orang yang baru pakai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10 laporan per halaman. Klik nama pelapor: isi kategori, perihal, centang tindakan, unduh PDF.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Angka &amp; grafik. Export Excel + Unduh Flow Chart ada di kanan atas.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HSE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macam trading: HSE mana yang aktif, kasus ringan vs investigasi. Super Admin.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Admin: tambah user, pilih role, aktifkan/nonaktifkan, ganti password.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email yang dapat kabar otomatis saat ada laporan baru atau HiPo.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Halaman HP tanpa login. Isi nama, lokasi, cerita, foto, lalu kirim.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masukin email notifikasi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Supaya HSE dapat kabar otomatis — tanpa setting server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805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44805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8696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bact-safety-observation-modern.vercel.app/admin/login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2841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332841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6732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 menu Notifikasi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4670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atas, klik Notifikasi.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0515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21615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0" name="Text 17"/>
          <p:cNvSpPr/>
          <p:nvPr/>
        </p:nvSpPr>
        <p:spPr>
          <a:xfrm>
            <a:off x="6208776" y="123444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647688" y="12161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Ketik email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27064" y="169164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Contoh: hse@bact.co.id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004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805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44805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8696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Tambah email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6634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masuk ke daftar.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0040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2841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0" name="Text 27"/>
          <p:cNvSpPr/>
          <p:nvPr/>
        </p:nvSpPr>
        <p:spPr>
          <a:xfrm>
            <a:off x="332841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76732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status Aktif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34670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Kalau Nonaktif, klik Aktifkan.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80760" y="260604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8776" y="2770632"/>
            <a:ext cx="347472" cy="347472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35" name="Text 32"/>
          <p:cNvSpPr/>
          <p:nvPr/>
        </p:nvSpPr>
        <p:spPr>
          <a:xfrm>
            <a:off x="6208776" y="27889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647688" y="27706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Kirim tes (opsional)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227064" y="3246120"/>
            <a:ext cx="2450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Cek Inbox dan folder Spam.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&amp; cara tambah pengguna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Pengguna hanya muncul untuk Super Admin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9260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233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 Admin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0233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akses + kelola user (role, aktif/nonaktif, password).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8716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9689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294436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9689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Klasifikasi, investigasi, PDF, kelola email notifikasi.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8172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9145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513892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Departemen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9145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 laporan yang di-assign ke departemennya.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876288" y="1024128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86016" y="11521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7333488" y="1115568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986016" y="1463040"/>
            <a:ext cx="1865376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Lihat dashboard saja. Tidak bisa ubah data.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92608" y="2606040"/>
            <a:ext cx="8558784" cy="1874520"/>
          </a:xfrm>
          <a:prstGeom prst="roundRect">
            <a:avLst>
              <a:gd name="adj" fmla="val 3902"/>
            </a:avLst>
          </a:prstGeom>
          <a:solidFill>
            <a:srgbClr val="1A1A1A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27157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Super Admin menambah user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57200" y="30632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Login Super Admin  →  2. Menu Pengguna  →  3. Isi email + password sementara + role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Kalau PIC, pilih departemen  →  5. Tambah pengguna  →  6. Beri akun itu ke orangnya (/admin/login)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Aktifkan / Nonaktifkan kapan saja. Nonaktif = tidak bisa login. Ganti password dari tombol di daftar.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&amp; Investigasi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Diunduh dari detail laporan di dashboard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Judul 1 baris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NOTICE OF SAFETY OBSERVATION atau INVESTIGATION REPORT di samping logo.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Perihal / Subject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di detail laporan. Jangan taruh nama pelapor di perihal.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366F1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/ Reported by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 pelapor tampil di baris sendiri, terpisah dari perihal.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No.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Kolom kanan: nomor SOC (2 baris) + Effective Date. Tidak numpuk.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Centang tindakan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 detail laporan, centang aksi yang sudah dikerjakan. Muncul kotak centang di PDF.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Kapan investigasi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jika HSE centang lanjut investigasi (HiPo / High / Near Miss).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28016"/>
            <a:ext cx="1325880" cy="5303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2801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HSE — tracking siapa yang aktif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691640" y="457200"/>
            <a:ext cx="7040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Log HSE  ·  Super Admin  ·  /admin/aktivitas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04672"/>
            <a:ext cx="9144000" cy="3200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976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Kartu trading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976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Aksi HSE, HSE aktif, SOC disentuh, kasus ringan, investigasi + sparkline.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012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60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Grafik 14 hari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1012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aksi harian: semua aksi, ringan (hijau), investigasi (kuning).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0760" y="10515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17957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11430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yang close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90488" y="149047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per orang: kasus ringan vs investigasi. Klik kartu HSE untuk filter log.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76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77724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Kasus ringan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2976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Klasifikasi, close tanpa investigasi, follow-up / CAPA.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1012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EF4444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31012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Jejak 5W+1H, root cause, PDF investigasi. Dihitung terpisah.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0760" y="27432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90488" y="287121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8346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periode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90488" y="3182112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Hari ini / 7 hari / 30 hari / semua. Daftar aktivitas tetap di bawah grafik.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Satu alur, dari lapangan sampai closed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 →  form ringkas  →  email HSE  →  klasifikasi  →  PIC &amp; CAPA  →  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hanya cerita + foto.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yang menentukan kategori dan risiko.</a:t>
            </a:r>
            <a:endParaRPr lang="en-US" sz="1500" dirty="0"/>
          </a:p>
        </p:txBody>
      </p:sp>
      <p:pic>
        <p:nvPicPr>
          <p:cNvPr id="7" name="Image 0" descr="C:\Users\pc\Projects\safety-observation-card\public\logo\BACT Logo_OG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3246120"/>
            <a:ext cx="2651760" cy="822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Alur Kerja HSE</dc:title>
  <dc:subject>PptxGenJS Presentation</dc:subject>
  <dc:creator>PT. BACT HSSE</dc:creator>
  <cp:lastModifiedBy>PT. BACT HSSE</cp:lastModifiedBy>
  <cp:revision>1</cp:revision>
  <dcterms:created xsi:type="dcterms:W3CDTF">2026-09-11T00:47:11Z</dcterms:created>
  <dcterms:modified xsi:type="dcterms:W3CDTF">2026-09-11T00:47:11Z</dcterms:modified>
</cp:coreProperties>
</file>