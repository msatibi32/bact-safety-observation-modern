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pic>
        <p:nvPicPr>
          <p:cNvPr id="4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594360"/>
            <a:ext cx="356616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Observation Card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25146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Kerja Pelaporan &amp; Tindak Lanjut HSE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0632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  ·  An ICTSI Group Company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ringkas  ·  Lookup karyawan BACT  ·  Klasifikasi oleh HSE  ·  Notifikasi email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Chart alur baru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Dari scan QR sampai Closed — siap dibagikan ke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Scan QR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buka web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883664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2066544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6366F1"/>
          </a:solidFill>
          <a:ln/>
        </p:spPr>
      </p:sp>
      <p:sp>
        <p:nvSpPr>
          <p:cNvPr id="12" name="Text 9"/>
          <p:cNvSpPr/>
          <p:nvPr/>
        </p:nvSpPr>
        <p:spPr>
          <a:xfrm>
            <a:off x="2066544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Isi form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57600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840480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3840480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Kirim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31536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5614416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5614416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HSE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205472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7388352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10B981"/>
          </a:solidFill>
          <a:ln/>
        </p:spPr>
      </p:sp>
      <p:sp>
        <p:nvSpPr>
          <p:cNvPr id="21" name="Text 18"/>
          <p:cNvSpPr/>
          <p:nvPr/>
        </p:nvSpPr>
        <p:spPr>
          <a:xfrm>
            <a:off x="7388352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Assign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20040" y="1901952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Cabang setelah klasifikasi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608" y="21945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334155"/>
          </a:solidFill>
          <a:ln/>
        </p:spPr>
      </p:sp>
      <p:sp>
        <p:nvSpPr>
          <p:cNvPr id="24" name="Text 21"/>
          <p:cNvSpPr/>
          <p:nvPr/>
        </p:nvSpPr>
        <p:spPr>
          <a:xfrm>
            <a:off x="438912" y="2267712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Kasus biasa / Low–Medium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38912" y="2542032"/>
            <a:ext cx="3886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Notice → tindakan &amp; CAPA → verifikasi HSE → Closed.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Tidak semua SOC wajib investigasi.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690872" y="21945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EF4444"/>
          </a:solidFill>
          <a:ln/>
        </p:spPr>
      </p:sp>
      <p:sp>
        <p:nvSpPr>
          <p:cNvPr id="27" name="Text 24"/>
          <p:cNvSpPr/>
          <p:nvPr/>
        </p:nvSpPr>
        <p:spPr>
          <a:xfrm>
            <a:off x="4837176" y="2267712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/ High / Near Miss / Stop Work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837176" y="2542032"/>
            <a:ext cx="3886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Centang lanjut investigasi → 5W+1H → PDF Investigasi → CAPA → Closed.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9260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0233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SOC (Notice)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0233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Surat bilingual ke PIC / manajemen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48716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59689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35" name="Text 32"/>
          <p:cNvSpPr/>
          <p:nvPr/>
        </p:nvSpPr>
        <p:spPr>
          <a:xfrm>
            <a:off x="294436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Investigasi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259689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Hanya jika ditandai investigasi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68172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9145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9" name="Text 36"/>
          <p:cNvSpPr/>
          <p:nvPr/>
        </p:nvSpPr>
        <p:spPr>
          <a:xfrm>
            <a:off x="513892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Excel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479145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Rekap laporan, kolom rapi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687628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98601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43" name="Text 40"/>
          <p:cNvSpPr/>
          <p:nvPr/>
        </p:nvSpPr>
        <p:spPr>
          <a:xfrm>
            <a:off x="733348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 email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98601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baru &amp; HiPo ke HSE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Mengapa &amp; untuk apa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Digitalisasi observasi keselamatan di area terminal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24128"/>
            <a:ext cx="411480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1143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Masalah lama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150876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Pelaporan kertas / chat tidak terpusat.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lapangan terlalu panjang, orang malas lapor.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 &amp; risiko diisi pelapor — hasilnya tidak konsisten.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Follow-up PIC sulit dilacak sampai closed.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09160" y="1024128"/>
            <a:ext cx="4114800" cy="3520440"/>
          </a:xfrm>
          <a:prstGeom prst="roundRect">
            <a:avLst>
              <a:gd name="adj" fmla="val 2597"/>
            </a:avLst>
          </a:prstGeom>
          <a:solidFill>
            <a:srgbClr val="1A1A1A"/>
          </a:solidFill>
          <a:ln/>
        </p:spPr>
      </p:sp>
      <p:sp>
        <p:nvSpPr>
          <p:cNvPr id="12" name="Text 9"/>
          <p:cNvSpPr/>
          <p:nvPr/>
        </p:nvSpPr>
        <p:spPr>
          <a:xfrm>
            <a:off x="4892040" y="1143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diselesaikan aplikasi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92040" y="150876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 dari HP, tanpa login, lewat QR.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pendek: identitas, lokasi, cerita, foto.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 karyawan BACT terisi dari data HR.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yang tentukan kategori &amp; risiko di dashboard.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Siapa yang memakai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 aplikasi, dua pintu: publik &amp; login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BACT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nama → pilih dari daftar. Departemen &amp; ID otomatis.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6888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7860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292608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/ visitor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57860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 perusahaan, isi nama &amp; departemen manual.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1772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2744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8" name="Text 15"/>
          <p:cNvSpPr/>
          <p:nvPr/>
        </p:nvSpPr>
        <p:spPr>
          <a:xfrm>
            <a:off x="507492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Officer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72744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kategori/risiko, investigasi, CAPA, email.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76656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7628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722376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 / Admin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87628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 lanjut laporan yang di-assign. Admin akses penuh.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65760" y="34747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tidak mengisi kategori, risiko, atau IOGP. Itu wewenang HSE setelah laporan masuk.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65760" y="39319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Lookup otomatis: 173 karyawan BACT. Security / vendor tetap input manual.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lapangan (tanpa login)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Perusahaan dulu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→ lookup nama. Vendor → isi manual.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 &amp; ID BACT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nama, pilih opsi. Departemen + ID BACT-xxxx terisi.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Lokasi kejadian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 dari daftar area terminal (Workshop, CY, Gate, dll).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Deskripsi + foto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Ceritakan kejadian. Bisa beberapa foto bukti.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Work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Centang jika pekerjaan sudah dihentikan. Jadi HiPo.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(PWA)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Bisa di-install. Offline tersimpan, sync otomatis.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pelapor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Dari scan QR sampai HSE mendapat email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QR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buka web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6366F1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perusahaan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nama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lokasi + foto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Kirim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Simpan DB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Open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HSE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banner admin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365760" y="25146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masuk sebagai Belum diklasifikasi. Pelapor tidak diminta pilih kategori atau risiko.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20040" y="3017520"/>
            <a:ext cx="8503920" cy="1417320"/>
          </a:xfrm>
          <a:prstGeom prst="roundRect">
            <a:avLst>
              <a:gd name="adj" fmla="val 5161"/>
            </a:avLst>
          </a:prstGeom>
          <a:solidFill>
            <a:srgbClr val="1A1A1A"/>
          </a:solidFill>
          <a:ln/>
        </p:spPr>
      </p:sp>
      <p:sp>
        <p:nvSpPr>
          <p:cNvPr id="27" name="Text 24"/>
          <p:cNvSpPr/>
          <p:nvPr/>
        </p:nvSpPr>
        <p:spPr>
          <a:xfrm>
            <a:off x="502920" y="3182112"/>
            <a:ext cx="8138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Kalau HP offline: laporan disimpan di perangkat, terkirim sendiri saat sinyal kembali.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Karyawan BACT: pilih nama dari daftar HR. Vendor: isi nama sendiri.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dapat email + laporan muncul di dashboard untuk diklasifikasi.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oleh HSE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 &amp; risiko ditentukan di dashboard, bukan di form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64748B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masuk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Belum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diklasifikasi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buka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F37021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kategori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risiko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EF4444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jika High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Near Miss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Lanjut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investigasi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2004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976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42976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Unsafe Act · Unsafe Condition · Near Miss · Positive Observation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0040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31012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365760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Risiko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331012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· Medium · High — diisi HSE setelah baca deskripsi &amp; foto.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08076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19048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35" name="Text 32"/>
          <p:cNvSpPr/>
          <p:nvPr/>
        </p:nvSpPr>
        <p:spPr>
          <a:xfrm>
            <a:off x="653796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otomatis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19048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Work (dari pelapor), atau High / Near Miss (dari HSE).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HSE (Command Center)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  ·  login email &amp; password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Traffic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Kartu total, aktif, HiPo, closed + grafik 14 hari.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Belum diklasifikasi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antrian laporan yang menunggu HSE isi kategori/risiko.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 laporan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Dropdown kategori &amp; risiko, PIC, status, foto, ID karyawan.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Analitik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vs target. High/positif hanya dari yang sudah diklasifikasi.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&amp; Excel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Notice, Investigasi, Excel, plus unduh flow chart.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Kelola email penerima, kirim tes, riwayat terkirim/gagal.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tindak lanjut HSE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dulu, baru investigasi · CAPA · closed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37021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8B5CF6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64748B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5603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6576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7" name="Text 24"/>
          <p:cNvSpPr/>
          <p:nvPr/>
        </p:nvSpPr>
        <p:spPr>
          <a:xfrm>
            <a:off x="71323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Klasifikasi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6576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isi kategori &amp; risiko. Jangan biarkan “Belum diklasifikasi”.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199339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10312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245059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Triage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10312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Baca deskripsi &amp; foto. HiPo masuk investigasi.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73075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84048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35" name="Text 32"/>
          <p:cNvSpPr/>
          <p:nvPr/>
        </p:nvSpPr>
        <p:spPr>
          <a:xfrm>
            <a:off x="418795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Assign PIC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384048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Tunjuk departemen penanggung jawab.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46811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57784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9" name="Text 36"/>
          <p:cNvSpPr/>
          <p:nvPr/>
        </p:nvSpPr>
        <p:spPr>
          <a:xfrm>
            <a:off x="592531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CAPA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57784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Tindakan korektif: owner, due date, status.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20547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31520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43" name="Text 40"/>
          <p:cNvSpPr/>
          <p:nvPr/>
        </p:nvSpPr>
        <p:spPr>
          <a:xfrm>
            <a:off x="766267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Verifikasi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731520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cek tindakan efektif, lalu Closed. Export PDF notice.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Fungsi tiap menu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Penjelasan singkat untuk orang yang baru pakai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laporan. Klik nama pelapor untuk buka detail, isi kategori, dan unduh PDF.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Analitik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Lihat angka &amp; grafik. Tombol Export Excel dan Unduh Flow Chart ada di sini.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email yang dapat kabar otomatis saat ada laporan baru atau HiPo.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Pengguna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Hanya Super Admin. Tambah orang yang boleh login, pilih role, ganti password.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SOC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Surat Notice bilingual (Indonesia–Inggris) untuk PIC / manajemen.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pelapor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Halaman HP tanpa login. Isi nama, lokasi, cerita, foto, lalu kirim.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 masukin email notifikasi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Supaya HSE dapat kabar otomatis — tanpa setting server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48056" y="121615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448056" y="123444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86968" y="12161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admin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66344" y="169164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bact-safety-observation-modern.vercel.app/admin/login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0" y="10515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328416" y="121615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3328416" y="123444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67328" y="12161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 menu Notifikasi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346704" y="169164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 atas, klik Notifikasi.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080760" y="10515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08776" y="121615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20" name="Text 17"/>
          <p:cNvSpPr/>
          <p:nvPr/>
        </p:nvSpPr>
        <p:spPr>
          <a:xfrm>
            <a:off x="6208776" y="123444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647688" y="12161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email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227064" y="169164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Contoh: hse@bact.co.id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20040" y="260604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8056" y="277063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25" name="Text 22"/>
          <p:cNvSpPr/>
          <p:nvPr/>
        </p:nvSpPr>
        <p:spPr>
          <a:xfrm>
            <a:off x="448056" y="27889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886968" y="27706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Klik Tambah email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466344" y="324612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masuk ke daftar.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200400" y="260604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328416" y="277063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30" name="Text 27"/>
          <p:cNvSpPr/>
          <p:nvPr/>
        </p:nvSpPr>
        <p:spPr>
          <a:xfrm>
            <a:off x="3328416" y="27889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3767328" y="27706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Cek status Aktif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346704" y="324612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Kalau Nonaktif, klik Aktifkan.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080760" y="260604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08776" y="277063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35" name="Text 32"/>
          <p:cNvSpPr/>
          <p:nvPr/>
        </p:nvSpPr>
        <p:spPr>
          <a:xfrm>
            <a:off x="6208776" y="27889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6647688" y="27706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Kirim tes (opsional)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227064" y="324612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Cek Inbox dan folder Spam.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&amp; cara tambah pengguna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Pengguna hanya muncul untuk Super Admin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24128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15568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02336" y="1463040"/>
            <a:ext cx="1865376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akses + tambah/hapus user + ganti role.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87168" y="1024128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9689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2944368" y="1115568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Officer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596896" y="1463040"/>
            <a:ext cx="1865376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Klasifikasi, investigasi, PDF, kelola email notifikasi.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81728" y="1024128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9145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5138928" y="1115568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 / Departemen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791456" y="1463040"/>
            <a:ext cx="1865376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Follow-up laporan yang di-assign ke departemennya.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876288" y="1024128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98601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4748B"/>
          </a:solidFill>
          <a:ln/>
        </p:spPr>
      </p:sp>
      <p:sp>
        <p:nvSpPr>
          <p:cNvPr id="22" name="Text 19"/>
          <p:cNvSpPr/>
          <p:nvPr/>
        </p:nvSpPr>
        <p:spPr>
          <a:xfrm>
            <a:off x="7333488" y="1115568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Viewer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986016" y="1463040"/>
            <a:ext cx="1865376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Lihat dashboard saja. Tidak bisa ubah data.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292608" y="2606040"/>
            <a:ext cx="8558784" cy="1874520"/>
          </a:xfrm>
          <a:prstGeom prst="roundRect">
            <a:avLst>
              <a:gd name="adj" fmla="val 3902"/>
            </a:avLst>
          </a:prstGeom>
          <a:solidFill>
            <a:srgbClr val="1A1A1A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" y="27157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 Super Admin menambah user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57200" y="30632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Login sebagai Super Admin  →  2. Klik menu Pengguna  →  3. Isi email &amp; password sementara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Pilih role (kalau PIC, pilih departemen)  →  5. Klik Tambah pengguna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Beri email + password itu ke orangnya. Mereka login di /admin/login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 alur, dari lapangan sampai closed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 →  form ringkas  →  email HSE  →  klasifikasi  →  PIC &amp; CAPA  →  Closed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hanya cerita + foto.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yang menentukan kategori dan risiko.</a:t>
            </a:r>
            <a:endParaRPr lang="en-US" sz="1500" dirty="0"/>
          </a:p>
        </p:txBody>
      </p:sp>
      <p:pic>
        <p:nvPicPr>
          <p:cNvPr id="7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3246120"/>
            <a:ext cx="2651760" cy="822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PT. BACT — Batu Ampar Container Terminal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Safety Observation Card — Alur Kerja HSE</dc:title>
  <dc:subject>PptxGenJS Presentation</dc:subject>
  <dc:creator>PT. BACT HSSE</dc:creator>
  <cp:lastModifiedBy>PT. BACT HSSE</cp:lastModifiedBy>
  <cp:revision>1</cp:revision>
  <dcterms:created xsi:type="dcterms:W3CDTF">2026-09-11T00:10:25Z</dcterms:created>
  <dcterms:modified xsi:type="dcterms:W3CDTF">2026-09-11T00:10:25Z</dcterms:modified>
</cp:coreProperties>
</file>