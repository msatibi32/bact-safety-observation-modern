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96596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2801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BACT — Batu Ampar Container Terminal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1874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Observation Card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02920" y="24231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alur kerja, peran, dan analitik HSSE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2880360"/>
            <a:ext cx="1234440" cy="27432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31546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Disampaikan kepada: HSSE dan Manajemen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452628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Dokumen internal  ·  Aplikasi live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pelapor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92440" y="493776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76809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login. Pelapor kirim kejadian dari HP atau QR; HSE yang mengklasifikasi. Laporan baru tampil Belum diklasifikasi.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11704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Diisi di lapangan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1408176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1517904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Perusahaan, nama, departemen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kejadian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 dari daftar (Other jika perlu)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Deskripsi, Stop Work, foto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54880" y="11704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di form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54880" y="1408176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1517904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anonim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dan tingkat / potensi risiko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IOGP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Tindakan langsung dan rekomendasi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65760" y="3035808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BACT: pilih nama dari daftar HR — departemen dan ID terisi otomatis. Vendor, security, dan MSB mengisi nama manual. Label form Indonesia + Inggris; antarmuka admin berbahasa Inggris.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65760" y="373075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HiPo: Stop Work dari pelapor, atau risiko High / Near Miss setelah klasifikasi HSE. Bukan setiap laporan wajib investigasi.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92440" y="493776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042416"/>
            <a:ext cx="7863840" cy="16459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896112"/>
            <a:ext cx="310896" cy="310896"/>
          </a:xfrm>
          <a:prstGeom prst="ellipse">
            <a:avLst/>
          </a:prstGeom>
          <a:solidFill>
            <a:srgbClr val="0F2744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896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" y="12801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/ buka laman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240280" y="896112"/>
            <a:ext cx="310896" cy="310896"/>
          </a:xfrm>
          <a:prstGeom prst="ellipse">
            <a:avLst/>
          </a:prstGeom>
          <a:solidFill>
            <a:srgbClr val="0F2744"/>
          </a:solidFill>
          <a:ln/>
        </p:spPr>
      </p:sp>
      <p:sp>
        <p:nvSpPr>
          <p:cNvPr id="14" name="Text 11"/>
          <p:cNvSpPr/>
          <p:nvPr/>
        </p:nvSpPr>
        <p:spPr>
          <a:xfrm>
            <a:off x="2240280" y="896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764792" y="12801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form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896112"/>
            <a:ext cx="310896" cy="310896"/>
          </a:xfrm>
          <a:prstGeom prst="ellipse">
            <a:avLst/>
          </a:prstGeom>
          <a:solidFill>
            <a:srgbClr val="0F2744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0" y="896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182112" y="12801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(Open)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74920" y="896112"/>
            <a:ext cx="310896" cy="310896"/>
          </a:xfrm>
          <a:prstGeom prst="ellipse">
            <a:avLst/>
          </a:prstGeom>
          <a:solidFill>
            <a:srgbClr val="0F2744"/>
          </a:solidFill>
          <a:ln/>
        </p:spPr>
      </p:sp>
      <p:sp>
        <p:nvSpPr>
          <p:cNvPr id="20" name="Text 17"/>
          <p:cNvSpPr/>
          <p:nvPr/>
        </p:nvSpPr>
        <p:spPr>
          <a:xfrm>
            <a:off x="5074920" y="896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99432" y="12801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HSE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92240" y="896112"/>
            <a:ext cx="310896" cy="310896"/>
          </a:xfrm>
          <a:prstGeom prst="ellipse">
            <a:avLst/>
          </a:prstGeom>
          <a:solidFill>
            <a:srgbClr val="0F2744"/>
          </a:solidFill>
          <a:ln/>
        </p:spPr>
      </p:sp>
      <p:sp>
        <p:nvSpPr>
          <p:cNvPr id="23" name="Text 20"/>
          <p:cNvSpPr/>
          <p:nvPr/>
        </p:nvSpPr>
        <p:spPr>
          <a:xfrm>
            <a:off x="6492240" y="896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16752" y="12801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dan PIC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909560" y="896112"/>
            <a:ext cx="310896" cy="310896"/>
          </a:xfrm>
          <a:prstGeom prst="ellipse">
            <a:avLst/>
          </a:prstGeom>
          <a:solidFill>
            <a:srgbClr val="0F2744"/>
          </a:solidFill>
          <a:ln/>
        </p:spPr>
      </p:sp>
      <p:sp>
        <p:nvSpPr>
          <p:cNvPr id="26" name="Text 23"/>
          <p:cNvSpPr/>
          <p:nvPr/>
        </p:nvSpPr>
        <p:spPr>
          <a:xfrm>
            <a:off x="7909560" y="896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434072" y="128016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→ Closed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65760" y="18288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biasa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365760" y="2066544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30" name="Text 27"/>
          <p:cNvSpPr/>
          <p:nvPr/>
        </p:nvSpPr>
        <p:spPr>
          <a:xfrm>
            <a:off x="365760" y="215798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Low–Medium: tinjau PDF SOC di layar lalu unduh, tindakan dan CAPA, verifikasi HSE, kemudian Closed.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754880" y="18288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754880" y="2066544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33" name="Text 30"/>
          <p:cNvSpPr/>
          <p:nvPr/>
        </p:nvSpPr>
        <p:spPr>
          <a:xfrm>
            <a:off x="4754880" y="215798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Work, High, atau Near Miss: HSE menandai investigasi, 5W+1H, tinjau PDF Investigation, CAPA, kemudian Closed.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65760" y="2907792"/>
            <a:ext cx="841248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Officer mengerjakan laporan satu per satu: Detail → Investigation → Recommendation. Status Open → tinjauan / progres → Closed, atau Rejected. Klasifikasi dulu, baru PIC departemen ditugaskan — PIC adalah penugasan, bukan akun masuk. PDF memakai logo huruf hitam. Jika sinyal terputus, laporan tersimpan di perangkat lalu terkirim saat jaringan kembali.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Peran, analitik, dan keamanan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92440" y="493776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47472" y="69494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 masuk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7472" y="932688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950976"/>
          <a:ext cx="4160520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286207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Penuh: Users, Notifications, HSSE Log, performa HSE, import historis. Ubah laporan dan kelola akun.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HSE Officer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Selesaikan laporan satu per satu sampai Investigation. Analytics Weekly/Monthly + export Excel. Tidak ada Notifications, Users, HSSE Log.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dan Analytics. Hanya melihat — tidak mengubah data.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47472" y="2706624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= penugasan tindak lanjut, bukan peran login.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663440" y="69494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 dan PDF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63440" y="932688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15" name="Text 11"/>
          <p:cNvSpPr/>
          <p:nvPr/>
        </p:nvSpPr>
        <p:spPr>
          <a:xfrm>
            <a:off x="4663440" y="987552"/>
            <a:ext cx="411480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volume: Weekly / Monthly.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January → bulan berjalan; default bulan ini.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Excel: rentang tanggal From–To.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Case: kartu ranked (bukan tabel Excel) di atas HSE performance (KPI Super Admin).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historis di bawah Analytics (Super Admin).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SOC dan PDF Investigation (logo huruf hitam). Tinjau naskah di layar sebelum unduh; suntingan hanya untuk cetakan itu.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7472" y="2999232"/>
            <a:ext cx="8449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di web: kartu bernomor, temuan sebagai judul, chip tanggal/lokasi/perusahaan, lencana risiko. Action By dan Due Date hanya tampil jika PIC atau CAPA sudah diisi.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7472" y="345643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keamanan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47472" y="3694176"/>
            <a:ext cx="822960" cy="25603"/>
          </a:xfrm>
          <a:prstGeom prst="rect">
            <a:avLst/>
          </a:prstGeom>
          <a:solidFill>
            <a:srgbClr val="F37021"/>
          </a:solidFill>
          <a:ln/>
        </p:spPr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3712464"/>
          <a:ext cx="8449056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89457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Penerapan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/ header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+ HSTS. CSP, X-Frame-Options DENY, X-Content-Type-Options, Referrer-Policy, Permissions-Policy.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dan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Auth, 3 peran, RLS. Publik hanya kirim. Foto JPG/PNG/WEBP/HEIC, maks. 10 MB. Anon key di klien; service role hanya Edge Function.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gagal / 10 menit di login. Password akun min. 12. RLS: publik kirim; hapus Super Admin. Insert ~8/menit. Bukan klaim ISO atau SOC 2.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2744"/>
          </a:solidFill>
          <a:ln/>
        </p:spPr>
      </p:sp>
      <p:pic>
        <p:nvPicPr>
          <p:cNvPr id="3" name="Image 0" descr="C:\Users\pc\Projects\safety-observation-card\public\logo\BACT Logo_OG White 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070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72768" y="146304"/>
            <a:ext cx="7269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yang diminta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0" y="640080"/>
            <a:ext cx="9144000" cy="25603"/>
          </a:xfrm>
          <a:prstGeom prst="rect">
            <a:avLst/>
          </a:prstGeom>
          <a:solidFill>
            <a:srgbClr val="F37021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4919472"/>
            <a:ext cx="9144000" cy="9144"/>
          </a:xfrm>
          <a:prstGeom prst="rect">
            <a:avLst/>
          </a:prstGeom>
          <a:solidFill>
            <a:srgbClr val="C5CDD6"/>
          </a:solidFill>
          <a:ln/>
        </p:spPr>
      </p:sp>
      <p:sp>
        <p:nvSpPr>
          <p:cNvPr id="7" name="Text 4"/>
          <p:cNvSpPr/>
          <p:nvPr/>
        </p:nvSpPr>
        <p:spPr>
          <a:xfrm>
            <a:off x="347472" y="4937760"/>
            <a:ext cx="6766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RAHASIA  ·  HSSE  ·  September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92440" y="493776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868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868680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Admin: daftarkan alamat email HSE di Notifications dan pastikan status Aktif.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65760" y="1581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1581912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Kosongkan antrian Belum diklasifikasi — satu laporan sampai Investigation selesai. PIC ditugaskan setelah klasifikasi; tidak perlu login PIC.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65760" y="2295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2295144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menambah pengguna HSE atau Viewer melalui Users (email, kata sandi sementara, peran).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5760" y="3008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8680" y="3008376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Bagikan QR ke lapangan. Excel dipakai sebagai arsip, hasil export, atau import historis — bukan tempat pelaporan.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65760" y="44348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bact-safety-observation-modern.vercel.app     Admin: /admin/login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PT. BACT — Batu Ampar Container Terminal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 Observation Card — Briefing HSSE</dc:title>
  <dc:subject>Dokumen internal — September 2026</dc:subject>
  <dc:creator>PT. BACT HSSE</dc:creator>
  <cp:lastModifiedBy>PT. BACT HSSE</cp:lastModifiedBy>
  <cp:revision>1</cp:revision>
  <dcterms:created xsi:type="dcterms:W3CDTF">2026-09-17T15:25:30Z</dcterms:created>
  <dcterms:modified xsi:type="dcterms:W3CDTF">2026-09-17T15:25:30Z</dcterms:modified>
</cp:coreProperties>
</file>