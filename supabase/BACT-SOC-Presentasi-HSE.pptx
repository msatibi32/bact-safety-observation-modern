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\Projects\safety-observation-card\public\logo\bac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080" y="914400"/>
            <a:ext cx="329184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Observation Card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37021"/>
                </a:solidFill>
              </a:rPr>
              <a:t>Sistem Pelaporan Observasi Keselamatan Kerja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PT. BACT — Batu Ampar Container Terminal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An ICTSI Group Company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Presentasi untuk Tim HSE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Mengapa aplikasi ini dibuat?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Pelaporan keselamatan di lapangan perlu cepat — dari HP, tanpa login rumit.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harus terpusat agar HSE bisa follow-up, assign PIC, dan menutup laporan.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Mengacu praktik industri migas: ISO 45001, IOGP Life Saving Rules, HiPo management.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Menggantikan formulir manual dengan sistem digital terintegrasi.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Tujuan Aplikasi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 yang ingin dicapai?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Mempermudah pelaporan unsafe act, unsafe condition, near miss, dan observasi positif.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Dokumentasi bukti foto + koordinat GPS lokasi kejadian.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admin lengkap: triage → investigasi → CAPA → verifikasi → closed.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analitik, KPI, scorecard kontraktor, dan peta hotspot.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Notifikasi real-time ke tim HSE (dashboard + email).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Penggunanya?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Aktor sistem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Pelapor — karyawan, kontraktor, visitor: akses form publik tanpa login.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HSE Officer — review laporan, triage, investigasi, verifikasi penutupan.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 / Departemen — menindaklanjuti laporan yang di-assign ke departemennya.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— kelola KPI, email notifikasi, akses penuh.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Viewer — hanya melihat data (read-only).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Pelaporan (Publik)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URL: bact-safety-observation-modern.vercel.app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pelapor: nama, departemen, perusahaan — opsi laporan anonim.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Lokasi kejadian (teks) + tombol ambil GPS otomatis.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Kategori: Unsafe Act, Unsafe Condition, Near Miss, Positive Observation.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Tingkat risiko aktual &amp; potensi risiko (Low / Medium / High).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foto bukti (bisa lebih dari satu).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Tindakan langsung &amp; rekomendasi perbaikan.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PWA: bisa di-install di HP, laporan offline tersimpan &amp; sync otomatis.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IOGP Life Saving Rules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Fungsi field ini di form — pertanyaan HSE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IOGP = International Association of Oil &amp; Gas Producers.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Saving Rules = 9 aturan penyelamat nyawa di industri oil &amp; gas.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di form mencatat apakah observasi terkait salah satu aturan IOGP.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Pilihan: Bypassing Safety Controls, Confined Space, Driving, Hot Work, dll.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"Tidak terkait" = observasi tidak masuk kategori Life Saving Rule.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Manfaat: prioritas investigasi lebih tinggi jika melanggar LSR + mendukung audit migas.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Contoh: pekerja tanpa APD masuk confined space → pilih "Confined Space".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HiPo &amp; Stop Work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Deteksi otomatis laporan berisiko tinggi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HiPo (High Potential) = kejadian berpotensi cedera serius atau fatal.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 otomatis menandai HiPo jika: risiko High, near miss High, atau Stop Work.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Laporan HiPo langsung status "Under Review" (bukan Open biasa).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Deadline eskalasi 24 jam — banner merah di dashboard jika terlambat.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Work = pekerjaan di area dihentikan sementara (checkbox di form).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Admin — Command Center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URL: /admin (perlu login)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Traffic: statistik total, aktif, HiPo, closed + chart 14 hari.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Banner notifikasi laporan baru saat login.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Daftar laporan dengan filter status &amp; HiPo.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panel: assign PIC, ubah status workflow, catatan triage.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Tampilan mobile: card list + bottom navigation.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PDF per laporan (format Notice BACT).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Status (6 Tahap)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Alur penanganan laporan HSE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— laporan baru masuk.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Review — HSE melakukan triage &amp; penilaian awal.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 — PIC menindaklanjuti tindakan perbaikan.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Verification — menunggu verifikasi efektivitas oleh HSE.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— laporan selesai ditangani.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 — laporan tidak valid / duplikat.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 Detail Laporan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Investigasi · CAPA · Audit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— info lengkap, foto, assign PIC, ubah status, catatan triage.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Investigasi — catatan investigasi lapangan + root cause (5 Whys) untuk HiPo/High.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 — Corrective &amp; Preventive Action: judul, owner, due date, status.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— riwayat semua perubahan (siapa, kapan, apa yang diubah).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 perubahan status tercatat otomatis di audit trail.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Analitik &amp; KPI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URL: /admin/ringkasan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Statistik: total, aktif, closed, HiPo, high risk, positif.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 distribusi kategori &amp; tingkat risiko.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departemen &amp; scorecard kontraktor (HiPo, open, positif per perusahaan).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target vs aktual bulan ini (jumlah laporan, rasio positif, avg. hari tutup).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CSV semua data laporan.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Hotspot GPS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URL: /admin/peta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interaktif (OpenStreetMap) menampilkan pin lokasi laporan.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 laporan yang mengaktifkan GPS saat submit yang muncul.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Klik pin untuk lihat ringkasan: pelapor, kategori, lokasi.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Berguna untuk identifikasi area rawan / hotspot insiden berulang.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Notifikasi Email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URL: /admin/pengaturan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Setiap laporan baru → antrian notifikasi → email ke tim HSE.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bisa tambah/hapus email penerima dari dashboard (tanpa ubah kode).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HiPo mendapat email prioritas dengan subject khusus.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Tombol "Kirim antrian sekarang" untuk test manual.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Menggunakan Resend (gratis 100 email/hari untuk testing).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Code &amp; Akses Cepat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URL: /qr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poster QR code untuk dipasang di area kerja terminal.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QR → langsung ke form pelaporan (tanpa ketik URL).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QR statis tersedia di public/qr untuk print.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Jalankan npm run generate:qr untuk regenerate jika URL berubah.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&amp; Hak Akses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Keamanan berbasis peran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— akses penuh + kelola email notifikasi &amp; KPI.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hse — review, edit laporan, investigasi, CAPA, verifikasi.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 — hanya lihat &amp; edit laporan yang di-assign ke departemennya.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viewer — read-only, tidak bisa ubah data.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diset di Supabase Auth → User Metadata.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Alur Kerja Pelapor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lapangan sampai terkirim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Buka app / scan QR → form pelaporan.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Isi data + foto + GPS (opsional).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Sistem deteksi HiPo otomatis.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Submit → foto upload ke Storage, data ke database.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Trigger notifikasi → dashboard HSE + antrian email.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Konfirmasi sukses ke pelapor.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Offline: laporan tersimpan lokal, terkirim saat online kembali.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Alur Kerja HSE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notifikasi sampai closed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Terima notifikasi (dashboard / email).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Buka laporan → triage &amp; assign PIC.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HiPo/High → wajib investigasi + root cause.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Buat CAPA jika perlu tindakan korektif.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PIC tindaklanjuti → status In Progress.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HSE verifikasi efektivitas → Pending Verification.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Closed + catatan penutupan. Semua tercatat di Audit.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Arsitektur Teknis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Komponen sistem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105156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Frontend: React + Vite + Tailwind — hosting Vercel (CDN global).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Database: Supabase PostgreSQL — tabel observations, capa, audit, KPI.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Storage: Supabase — foto bukti laporan.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Auth: Supabase Auth — login admin/HSE.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Email: Resend API via Supabase Edge Functions.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PWA: vite-plugin-pwa — install di HP, cache offline.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"/>
            <a:ext cx="128016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1371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Ringkasan URL Aplikasi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828800" y="5029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 cepat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Halaman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70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URL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70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Akses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702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Form Pelapor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/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Publik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QR Poster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/qr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Publik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Login Admin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/admin/login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Publik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Dashboard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/admin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Admin/HSE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Analitik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/admin/ringkasan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Admin/HSE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Peta GPS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/admin/peta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Admin/HSE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Notifikasi Email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/admin/pengaturan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Admin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0" y="1371600"/>
            <a:ext cx="2286000" cy="7315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37021"/>
                </a:solidFill>
              </a:rPr>
              <a:t>Terima Kasih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Pertanyaan &amp; diskusi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Demo live: bact-safety-observation-modern.vercel.app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Safety Observation Card — Presentasi HSE</dc:title>
  <dc:subject>PptxGenJS Presentation</dc:subject>
  <dc:creator>PT. BACT HSSE</dc:creator>
  <cp:lastModifiedBy>PT. BACT HSSE</cp:lastModifiedBy>
  <cp:revision>1</cp:revision>
  <dcterms:created xsi:type="dcterms:W3CDTF">2026-08-29T23:51:52Z</dcterms:created>
  <dcterms:modified xsi:type="dcterms:W3CDTF">2026-08-29T23:51:52Z</dcterms:modified>
</cp:coreProperties>
</file>