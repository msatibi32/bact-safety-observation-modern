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ringkas  ·  Lookup karyawan BACT  ·  Klasifikasi oleh HSE  ·  Notifikasi email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pendek: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laporan yang di-assign. Admin akses penuh.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474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atau IOGP. Itu wewenang HSE setelah laporan masuk.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9319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otomatis: 173 karyawan BACT. Security / vendor tetap input manual.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 dulu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→ lookup nama. Vendor → isi manual.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+ GPS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Tulis lokasi + tombol ambil koordinat HP.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login email &amp; password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total, aktif, HiPo, closed + grafik 14 hari.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 diklasifikasi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 laporan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Dropdown kategori &amp; risiko, PIC, status, foto, ID karyawan.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vs target. High/positif hanya dari yang sudah diklasifikasi.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 GPS hotspot area rawan di terminal.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Kelola email penerima, kirim tes, riwayat terkirim/gagal.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&amp; tautan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dikelola di dashboard — tanpa ubah kode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1554480" cy="777240"/>
          </a:xfrm>
          <a:prstGeom prst="roundRect">
            <a:avLst>
              <a:gd name="adj" fmla="val 8235"/>
            </a:avLst>
          </a:prstGeom>
          <a:solidFill>
            <a:srgbClr val="F37021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0515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92808" y="135331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57400" y="1051560"/>
            <a:ext cx="1554480" cy="777240"/>
          </a:xfrm>
          <a:prstGeom prst="roundRect">
            <a:avLst>
              <a:gd name="adj" fmla="val 8235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57400" y="10515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Antrian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0168" y="135331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794760" y="1051560"/>
            <a:ext cx="1554480" cy="777240"/>
          </a:xfrm>
          <a:prstGeom prst="roundRect">
            <a:avLst>
              <a:gd name="adj" fmla="val 8235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794760" y="10515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Function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367528" y="135331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532120" y="1051560"/>
            <a:ext cx="1554480" cy="777240"/>
          </a:xfrm>
          <a:prstGeom prst="roundRect">
            <a:avLst>
              <a:gd name="adj" fmla="val 8235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5532120" y="10515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Brevo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email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104888" y="135331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269480" y="1051560"/>
            <a:ext cx="1554480" cy="777240"/>
          </a:xfrm>
          <a:prstGeom prst="roundRect">
            <a:avLst>
              <a:gd name="adj" fmla="val 8235"/>
            </a:avLst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7269480" y="10515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Aktif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daftar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" y="205740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    bact-safety-observation-modern.vercel.app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   bact-safety-observation-modern.vercel.app/admin/login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     bact-safety-observation-modern.vercel.app/qr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Tambah penerima: Login admin → Notifikasi → ketik email → Tambah. Pastikan status Aktif.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Pengirim lewat Brevo. Penerima: Gmail / email kantor yang terdaftar.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2461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2026-09-02T23:14:52Z</dcterms:created>
  <dcterms:modified xsi:type="dcterms:W3CDTF">2026-09-02T23:14:52Z</dcterms:modified>
</cp:coreProperties>
</file>