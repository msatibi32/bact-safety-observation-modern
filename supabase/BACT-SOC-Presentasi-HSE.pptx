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777240"/>
            <a:ext cx="4023360" cy="1234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2402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Pelaporan Observasi Keselamatan Kerja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3703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ICTSI Group Company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Presentasi untuk Tim HSE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Konteks &amp; Tujuan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Safety Observation Card dibuat?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&amp; Tujuan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pelaporan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15544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keselamatan di lapangan perlu cepat — dari HP, tanpa login rumit.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harus terpusat agar HSE bisa follow-up, assign PIC, dan menutup laporan.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Mengacu praktik industri migas: ISO 45001, IOGP Life Saving Rules, HiPo management.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Menggantikan formulir manual dengan sistem digital terintegrasi.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00600" y="105156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8348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Tujuan Aplikasi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983480" y="15544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Mempermudah pelaporan unsafe act, unsafe condition, near miss, dan observasi positif.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Dokumentasi bukti foto + koordinat GPS lokasi kejadian.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admin lengkap: triage → investigasi → CAPA → verifikasi → closed.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analitik, KPI, scorecard kontraktor, dan peta hotspot.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real-time ke tim HSE (dashboard + email).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Penggunanya?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 sistem &amp; peran masing-masing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16128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Karyawan, kontraktor, visitor — akses form publik tanpa login.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328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794760" y="116128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8328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laporan, triage, investigasi, verifikasi penutupan.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26480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6364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675120" y="116128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Departemen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6364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Menindaklanjuti laporan yang di-assign ke departemennya.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65760" y="28346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29443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2920" y="33375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Kelola KPI, email notifikasi, akses penuh sistem.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46120" y="28346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8328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64748B"/>
          </a:solidFill>
          <a:ln/>
        </p:spPr>
      </p:sp>
      <p:sp>
        <p:nvSpPr>
          <p:cNvPr id="26" name="Text 23"/>
          <p:cNvSpPr/>
          <p:nvPr/>
        </p:nvSpPr>
        <p:spPr>
          <a:xfrm>
            <a:off x="3794760" y="29443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83280" y="33375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melihat data — read-only, tanpa edit.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Pelaporan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publik dari HP — tanpa login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Pelaporan (Publik)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Pelapor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Nama, departemen, perusahaan — opsi laporan anonim.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0604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01752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&amp; GPS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0604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kejadian (teks) + tombol ambil GPS otomatis.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16636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5488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Act, Unsafe Condition, Near Miss, Positive Observation.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0372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Tingkat Risiko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90372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 aktual &amp; potensial: Low / Medium / High.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720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6366F1"/>
          </a:solidFill>
          <a:ln/>
        </p:spPr>
      </p:sp>
      <p:sp>
        <p:nvSpPr>
          <p:cNvPr id="26" name="Text 23"/>
          <p:cNvSpPr/>
          <p:nvPr/>
        </p:nvSpPr>
        <p:spPr>
          <a:xfrm>
            <a:off x="86868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 Bukti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5720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satu atau lebih foto bukti kejadian.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46888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0604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301752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&amp; Rekomendasi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260604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langsung di lapangan + rekomendasi perbaikan.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61772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/>
        </p:spPr>
      </p:sp>
      <p:sp>
        <p:nvSpPr>
          <p:cNvPr id="34" name="Text 31"/>
          <p:cNvSpPr/>
          <p:nvPr/>
        </p:nvSpPr>
        <p:spPr>
          <a:xfrm>
            <a:off x="516636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&amp; Stop Work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75488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Life Saving Rules + checkbox Stop Work.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76656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90372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334155"/>
          </a:solidFill>
          <a:ln/>
        </p:spPr>
      </p:sp>
      <p:sp>
        <p:nvSpPr>
          <p:cNvPr id="38" name="Text 35"/>
          <p:cNvSpPr/>
          <p:nvPr/>
        </p:nvSpPr>
        <p:spPr>
          <a:xfrm>
            <a:off x="731520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PWA Offline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90372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di HP; laporan offline tersimpan &amp;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Life Saving Rules &amp; HiPo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Prioritas investigasi &amp; deteksi otomatis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0584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43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Life Saving Rules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150876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= International Association of Oil &amp; Gas Producers.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aturan penyelamat nyawa di industri oil &amp; gas.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form mencatat apakah observasi terkait salah satu LSR.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Pilihan: Bypassing Safety, Confined Space, Driving, Hot Work, dll.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"Tidak terkait" = observasi di luar kategori Life Saving Rule.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Manfaat: prioritas investigasi lebih tinggi + mendukung audit migas.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00584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005840"/>
            <a:ext cx="73152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1155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846320" y="15087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Potential — potensi cedera serius/fatal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675120" y="100584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75120" y="1005840"/>
            <a:ext cx="73152" cy="10515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0" y="11155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24j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858000" y="15087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Deadline eskalasi — banner merah jika terlambat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2402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663440" y="2240280"/>
            <a:ext cx="73152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/>
          <p:nvPr/>
        </p:nvSpPr>
        <p:spPr>
          <a:xfrm>
            <a:off x="4846320" y="23500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846320" y="27432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Pekerjaan di area dihentikan sementara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675120" y="22402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675120" y="2240280"/>
            <a:ext cx="73152" cy="1051560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0" y="23500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858000" y="27432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Deteksi otomatis: risiko High, near miss High, Stop Work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663440" y="3429000"/>
            <a:ext cx="3840480" cy="1097280"/>
          </a:xfrm>
          <a:prstGeom prst="roundRect">
            <a:avLst>
              <a:gd name="adj" fmla="val 6667"/>
            </a:avLst>
          </a:prstGeom>
          <a:solidFill>
            <a:srgbClr val="DC2626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61188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HiPo langsung status "Under Review" — bukan Open biasa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center untuk tim HSSE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Admin — Command Center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(perlu login)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960120"/>
            <a:ext cx="73152" cy="1005840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4864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Traffic &amp; statistik real-time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68880" y="960120"/>
            <a:ext cx="73152" cy="1005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265176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65176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&amp; eskalasi 24 jam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0" y="960120"/>
            <a:ext cx="73152" cy="10058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475488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14d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75488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 tren laporan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7512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675120" y="960120"/>
            <a:ext cx="73152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Notice BACT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2148840"/>
            <a:ext cx="827532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" y="2286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Utama Dashboard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48640" y="260604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 notifikasi laporan baru saat login.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laporan dengan filter status &amp; HiPo.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 panel: assign PIC, ubah status workflow, catatan triage.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Tampilan mobile: card list + bottom navigation.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PDF per laporan (format Notice of Safety Violation BACT).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Status — 6 Tahap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penanganan laporan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Baru masuk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591056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01952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901952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901952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 HSE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172968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3864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83864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483864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tindak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754880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65776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8B5C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65776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65776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Verifikasi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336792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47688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47688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647688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Selesai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3200400" y="324612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64748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00400" y="32461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886200" y="2514600"/>
            <a:ext cx="0" cy="502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0" name="Text 27"/>
          <p:cNvSpPr/>
          <p:nvPr/>
        </p:nvSpPr>
        <p:spPr>
          <a:xfrm>
            <a:off x="228600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(dari Under Review jika tidak valid / duplikat)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 · CAPA · Audit Trail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detail laporan untuk penanganan mendalam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1612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155448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 lengkap, foto, assign PIC, ubah status, catatan triage.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05156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5212080" y="11612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00600" y="155448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Catatan investigasi lapangan + root cause (5 Whys) untuk HiPo/High.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83464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294436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2920" y="333756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Corrective &amp; Preventive Action: judul, owner, due date, status.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283464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0060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0" y="294436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800600" y="333756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Riwayat semua perubahan — siapa, kapan, apa yang diubah.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3794760"/>
            <a:ext cx="8275320" cy="594360"/>
          </a:xfrm>
          <a:prstGeom prst="roundRect">
            <a:avLst>
              <a:gd name="adj" fmla="val 12308"/>
            </a:avLst>
          </a:prstGeom>
          <a:solidFill>
            <a:srgbClr val="1A1A1A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913632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perubahan status tercatat otomatis di Audit Trail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&amp; Operasional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Data-driven safety management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&amp; KPI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/admin/ringkasan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960120"/>
            <a:ext cx="73152" cy="960120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4864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laporan + aktif + closed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68880" y="960120"/>
            <a:ext cx="73152" cy="9601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265176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65176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potential &amp; high risk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0" y="960120"/>
            <a:ext cx="73152" cy="960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475488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Positif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75488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Observasi positif &amp; rasio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7512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675120" y="96012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vs aktual bulan ini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210312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Visualisasi Data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48640" y="25603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 distribusi kategori &amp; tingkat risiko.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departemen pelapor.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Scorecard kontraktor (HiPo, open, positif per perusahaan).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Rata-rata hari penutupan laporan.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617720" y="210312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1A1A1A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0060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&amp; Laporan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800600" y="25603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CSV semua data laporan.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per laporan (format BACT).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siap untuk review manajemen &amp; audit.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 Hotspot &amp; Notifikasi Email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Visualisasi lokasi + alert otomatis ke tim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05840"/>
            <a:ext cx="40233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43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 Hotspot GPS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/admin/peta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173736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 interaktif OpenStreetMap dengan pin lokasi laporan.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laporan dengan GPS aktif saat submit yang muncul.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Klik pin: ringkasan pelapor, kategori, lokasi.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Identifikasi area rawan / hotspot insiden berulang.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1005840"/>
            <a:ext cx="4023360" cy="3520440"/>
          </a:xfrm>
          <a:prstGeom prst="roundRect">
            <a:avLst>
              <a:gd name="adj" fmla="val 2597"/>
            </a:avLst>
          </a:prstGeom>
          <a:solidFill>
            <a:srgbClr val="10B981"/>
          </a:solidFill>
          <a:ln/>
        </p:spPr>
      </p:sp>
      <p:sp>
        <p:nvSpPr>
          <p:cNvPr id="13" name="Shape 10"/>
          <p:cNvSpPr/>
          <p:nvPr/>
        </p:nvSpPr>
        <p:spPr>
          <a:xfrm>
            <a:off x="4754880" y="1143000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4754880" y="11704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BERFUNGSI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800600" y="1874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FA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/admin/pengaturan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00600" y="219456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Setiap laporan baru → antrian → email ke tim HSE.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kelola daftar penerima dari dashboard.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HiPo: email prioritas dengan subject khusus.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Tombol "Kirim antrian sekarang" untuk test manual.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 API via Supabase Edge Functions.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Code &amp; Role / Hak Akses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cepat lapangan + keamanan berbasis peran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05840"/>
            <a:ext cx="3474720" cy="352044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43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Code &amp; Akses Cepat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15544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Halaman poster QR (/qr) untuk area kerja terminal.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 → langsung ke form pelaporan.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QR statis di public/qr untuk print.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generate:qr jika URL berubah.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00584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Hak Akses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Akses penuh + kelola email notifikasi &amp; KPI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Review, edit, investigasi, CAPA, verifikasi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Lihat &amp; edit laporan di-assign ke departemennya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Read-only — tidak bisa ubah data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069080" y="4160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diset di Supabase Auth → User Metadata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Sistem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diagram — dari pelapor sampai closed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Gambaran Umum Sistem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pelapor sampai laporan ditutup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(Karyawan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Kontraktor)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3736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4884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SOC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Foto + GPS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52044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3192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3192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+ Storage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30352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71500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1500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08660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9808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Review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PIC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86968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28116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8116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14400" y="3063240"/>
            <a:ext cx="7315200" cy="502920"/>
          </a:xfrm>
          <a:prstGeom prst="roundRect">
            <a:avLst>
              <a:gd name="adj" fmla="val 10909"/>
            </a:avLst>
          </a:prstGeom>
          <a:solidFill>
            <a:srgbClr val="252525"/>
          </a:solidFill>
          <a:ln/>
        </p:spPr>
      </p:sp>
      <p:sp>
        <p:nvSpPr>
          <p:cNvPr id="26" name="Text 23"/>
          <p:cNvSpPr/>
          <p:nvPr/>
        </p:nvSpPr>
        <p:spPr>
          <a:xfrm>
            <a:off x="1097280" y="315468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Aktor: Pelapor (publik, tanpa login)  →  Cloud Supabase + Vercel  →  Tim HSE (login admin)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Alur Pelapor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Langkah submit laporan dari lapangan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880360" y="98755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80360" y="98755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Buka App / Scan QR Code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343400" y="1444752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80360" y="168249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80360" y="168249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Isi Data Pelapor &amp; Perusahaan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343400" y="2139696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80360" y="237744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80360" y="23774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Isi Lokasi + Ambil GPS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343400" y="2834640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360" y="307238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880360" y="307238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Pilih Kategori &amp; Tingkat Risiko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343400" y="3529584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80360" y="376732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80360" y="37673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Upload Foto Bukti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343400" y="4224528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880360" y="446227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880360" y="446227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Sistem Deteksi HiPo Otomatis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343400" y="4919472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80360" y="515721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880360" y="51572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Submit → Storage + Database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5614416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80360" y="585216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880360" y="585216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 Notifikasi ke Tim HSE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343400" y="6309360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360" y="65471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880360" y="65471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 Konfirmasi Sukses ke Pelapor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11480" y="320040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64748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11480" y="32004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Offline?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lokal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240280" y="3474720"/>
            <a:ext cx="100584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7" name="Text 34"/>
          <p:cNvSpPr/>
          <p:nvPr/>
        </p:nvSpPr>
        <p:spPr>
          <a:xfrm>
            <a:off x="411480" y="38862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Auto-sync saat online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Alur HSE / Admin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Penanganan laporan dari notifikasi sampai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051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Terima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03120" y="1216152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14600" y="105156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1051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251960" y="1216152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63440" y="105156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1051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216152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12280" y="10515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1051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383280" y="1591056"/>
            <a:ext cx="182880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377440" y="196596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EF4444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377440" y="19659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High Risk?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434840" y="210312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46320" y="1901952"/>
            <a:ext cx="2286000" cy="594360"/>
          </a:xfrm>
          <a:prstGeom prst="roundRect">
            <a:avLst>
              <a:gd name="adj" fmla="val 12308"/>
            </a:avLst>
          </a:prstGeom>
          <a:solidFill>
            <a:srgbClr val="DC262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190195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 → Investigasi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Root Cause (5 Whys)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291840" y="2514600"/>
            <a:ext cx="182880" cy="22860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377440" y="28346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377440" y="2834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PIC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434840" y="297180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846320" y="283464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84632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Buat CAPA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91840" y="3337560"/>
            <a:ext cx="182880" cy="22860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11680" y="36576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011680" y="3657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3749040" y="379476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160520" y="365760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60520" y="3657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035040" y="379476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36576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3657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 ✓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perubahan tercatat otomatis di tab Audit Trail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Notifikasi Email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Otomatis saat ada laporan baru — sudah aktif &amp; berfungsi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Baru Submit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74520" y="201168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8600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28600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 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notification_queue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840480" y="201168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5196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5196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806440" y="201168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Function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Resend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60120" y="2414016"/>
            <a:ext cx="182880" cy="27432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20040" y="278892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278892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983480" y="2414016"/>
            <a:ext cx="182880" cy="27432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1960" y="278892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51960" y="278892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ke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HSE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286000" y="3246120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2423160" y="3364992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Email penerima dikelola di Admin → Pengaturan (tanpa ubah kode)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Arsitektur Sistem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Komponen teknis &amp; alur data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20040" y="116128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Pengguna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63040" y="105156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3B82F6">
              <a:alpha val="12000"/>
            </a:srgbClr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600200" y="112471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(Browser/HP)   ·   Admin HSE (Browser)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937760" y="1709928"/>
            <a:ext cx="182880" cy="18288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198424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463040" y="187452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F37021">
              <a:alpha val="12000"/>
            </a:srgbClr>
          </a:solidFill>
          <a:ln w="19050">
            <a:solidFill>
              <a:srgbClr val="F3702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600200" y="194767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Vite + Tailwind   ·   Vercel CDN (global)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937760" y="2532888"/>
            <a:ext cx="182880" cy="18288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2807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463040" y="269748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6366F1">
              <a:alpha val="12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00200" y="277063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PostgreSQL   ·   Storage (Foto)   ·   Auth   ·   Edge Functions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37760" y="3355848"/>
            <a:ext cx="182880" cy="18288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0040" y="363016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Eksternal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463040" y="352044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10B981">
              <a:alpha val="12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600200" y="359359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 (Email)   ·   OpenStreetMap (Peta)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PWA: vite-plugin-pwa — install di HP, cache offline, auto-sync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Ringkasan URL Aplikasi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cepat — 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Halaman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Akses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Form Pelapor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QR Poster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/qr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 Admin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/admin/login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 / HSE / PIC / Viewer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Analitik &amp; KPI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/admin/ringkasan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Viewer+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Peta GPS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/admin/peta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Viewer+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Notifikasi Email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/admin/pengaturan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HSE+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0440" y="914400"/>
            <a:ext cx="210312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Terima Kasih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Pertanyaan &amp; Diskusi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live: bact-safety-observation-modern.vercel.app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· An ICTSI Group Company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Presentasi HSE</dc:title>
  <dc:subject>PptxGenJS Presentation</dc:subject>
  <dc:creator>PT. BACT HSSE</dc:creator>
  <cp:lastModifiedBy>PT. BACT HSSE</cp:lastModifiedBy>
  <cp:revision>1</cp:revision>
  <dcterms:created xsi:type="dcterms:W3CDTF">2026-08-30T02:39:17Z</dcterms:created>
  <dcterms:modified xsi:type="dcterms:W3CDTF">2026-08-30T02:39:17Z</dcterms:modified>
</cp:coreProperties>
</file>