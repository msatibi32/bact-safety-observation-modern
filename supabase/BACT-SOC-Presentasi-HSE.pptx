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640080"/>
            <a:ext cx="3474720" cy="1051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slide  ·  Form publik · Dashboard HSE · Notifikasi email · CAPA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ada bukti foto, GPS, atau jejak audit.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Near Miss terlambat diketahui HSE.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 + GPS + kategori + risiko tersimpan.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otomatis ke daftar penerima.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Open → investigasi → CAPA → Closed.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Karyawan, kontraktor, visitor. Isi form publik — tanpa akun.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Review, triage, investigasi, verifikasi, kelola email notifikasi.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Dept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laporan yang di-assign ke departemennya.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penuh: KPI, penerima email, seluruh laporan.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45001  ·  IOGP Life Saving Rules  ·  HiPo otomatis jika Near Miss / High / Stop Work / LSR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" y="37033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Kategori: Unsafe Act · Unsafe Condition · Near Miss · Positive Observation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Identitas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Nama, departemen, perusahaan. Opsi laporan anonim.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+ GPS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Teks lokasi + tombol ambil koordinat HP.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kategori · Low / Medium / High · potensi risiko.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 bukti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Beberapa foto, tersimpan di Storage.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&amp; 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 Saving Rules + checkbox stop kerja.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55448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5544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90195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55448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5544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foto + GPS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90195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55448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EF4444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5544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HiPo?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Deteksi otomatis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90195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55448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5544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Storage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90195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55448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5544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Antrian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90195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55448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5544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743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 Pelapor tidak perlu akun.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383280"/>
            <a:ext cx="8503920" cy="1051560"/>
          </a:xfrm>
          <a:prstGeom prst="roundRect">
            <a:avLst>
              <a:gd name="adj" fmla="val 6957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547872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Hasil untuk HSE: laporan masuk dashboard + email ke semua alamat Aktif di menu Notifikasi.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(Near Miss / High / Stop Work / LSR) ditandai merah dan punya deadline eskalasi 24 jam.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login email &amp; password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total, aktif, HiPo, closed + grafik 14 hari.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laporan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status / HiPo. Klik baris → panel detail.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Tujuan email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Lihat &amp; tambah penerima langsung dari dashboard.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vs target, scorecard kontraktor, tren.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 GPS hotspot area rawan di terminal.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Kelola email, kirim tes, riwayat terkirim/gagal.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status · investigasi · CAPA · audit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Email / banner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tahu ada laporan baru tanpa buka app terus-menerus.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detail, foto, risiko.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Audit tercatat.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notifikasi email (sudah jalan)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penerima dikelola di dashboard — tanpa ubah kode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143000"/>
            <a:ext cx="155448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430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92808" y="148132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57400" y="1143000"/>
            <a:ext cx="1554480" cy="822960"/>
          </a:xfrm>
          <a:prstGeom prst="roundRect">
            <a:avLst>
              <a:gd name="adj" fmla="val 777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57400" y="11430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 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0168" y="148132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794760" y="1143000"/>
            <a:ext cx="155448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794760" y="11430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Function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process-notif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367528" y="148132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532120" y="1143000"/>
            <a:ext cx="155448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5532120" y="11430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Brevo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email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104888" y="148132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269480" y="1143000"/>
            <a:ext cx="155448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21" name="Text 18"/>
          <p:cNvSpPr/>
          <p:nvPr/>
        </p:nvSpPr>
        <p:spPr>
          <a:xfrm>
            <a:off x="7269480" y="11430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email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Aktif di daftar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" y="2194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HSE menambah penerima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20040" y="25603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1480" y="2651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11480" y="2971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291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 /admin/login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057400" y="25603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48840" y="2651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2148840" y="2971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2148840" y="3291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Tujuan email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794760" y="25603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886200" y="2651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3886200" y="2971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Tambah alamat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3886200" y="3291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→ Tambah email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532120" y="25603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23560" y="2651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623560" y="2971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Pastikan Aktif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623560" y="3291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baru + HiPo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269480" y="25603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360920" y="2651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7360920" y="2971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Opsional tes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360920" y="3291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Notifikasi → Kirim tes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65760" y="4114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Pengirim: Gmail terverifikasi di Brevo. Penerima: semua alamat Aktif (Gmail / kantor).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6304"/>
            <a:ext cx="118872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Arsitektur &amp; tautan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45920" y="45720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perlu diingat operasional harian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1480" y="1115568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411480" y="111556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783080" y="10972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Pelapor: browser / QR   ·   HSE: login dashboard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0040" y="1591056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1480" y="1682496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411480" y="1682496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783080" y="166420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Vite  ·  hosting Vercel  ·  PWA offline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20040" y="2157984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11480" y="2249424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411480" y="2249424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783080" y="2231136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Supabase: PostgreSQL, Auth, Storage foto, Edge Function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2724912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2816352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411480" y="281635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783080" y="2798064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Brevo (kirim ke banyak alamat)  ·  daftar penerima di dashboard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65760" y="338328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 bact-safety-observation-modern.vercel.app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 bact-safety-observation-modern.vercel.app/admin/login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poster  bact-safety-observation-modern.vercel.app/qr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(QR)  →  data + foto  →  email HSE  →  PIC &amp; CAPA  →  verifikasi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Tambah penerima email kapan saja di dashboard.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perlu ubah kode, tidak perlu beli domain.</a:t>
            </a:r>
            <a:endParaRPr lang="en-US" sz="1400" dirty="0"/>
          </a:p>
        </p:txBody>
      </p:sp>
      <p:pic>
        <p:nvPicPr>
          <p:cNvPr id="7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703320"/>
            <a:ext cx="155448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2026-08-30T23:52:41Z</dcterms:created>
  <dcterms:modified xsi:type="dcterms:W3CDTF">2026-08-30T23:52:41Z</dcterms:modified>
</cp:coreProperties>
</file>