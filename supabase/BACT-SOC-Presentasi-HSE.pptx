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bilingual  ·  Klasifikasi HSE  ·  Grafik Weekly/Monthly  ·  Theme  ·  Super Admin / HSE / Viewer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Chart alur baru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Closed — siap dibagikan ke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83664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66544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66544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0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840480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614416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05472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88352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7388352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Assign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0040" y="190195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Cabang setelah klasifikasi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608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334155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biasa / Low–Medium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38912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→ tindakan &amp; CAPA → verifikasi HSE → Closed.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semua SOC wajib investigasi.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90872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4837176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/ Near Miss / Stop Work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37176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lanjut investigasi → 5W+1H → PDF Investigasi → CAPA → Closed.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260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0233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 (Notice)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0233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bilingual ke PIC / manajemen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48716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9689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5" name="Text 32"/>
          <p:cNvSpPr/>
          <p:nvPr/>
        </p:nvSpPr>
        <p:spPr>
          <a:xfrm>
            <a:off x="294436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Investigasi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59689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ditandai investigasi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68172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9145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9" name="Text 36"/>
          <p:cNvSpPr/>
          <p:nvPr/>
        </p:nvSpPr>
        <p:spPr>
          <a:xfrm>
            <a:off x="513892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79145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laporan, kolom rapi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87628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8601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43" name="Text 40"/>
          <p:cNvSpPr/>
          <p:nvPr/>
        </p:nvSpPr>
        <p:spPr>
          <a:xfrm>
            <a:off x="733348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98601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&amp; HiPo ke HSE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bilingual ID + EN: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 Resend.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 HSE + kelola akun, Log HSE, pantau performa.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 hanya 3 role: Super Admin, HSE Officer, Viewer. PIC = assign departemen di laporan, bukan akun login.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8404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IOGP, atau laporan anonim. Viewer hanya lihat. Lookup: 173 karyawan BACT.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  ·  bilingual Indonesia + English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Bilingual ID + EN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di form: Indonesia / English. Tidak ada anonim, kategori, risiko, atau IOGP.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/ Location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dari daftar area terminal (Workshop, CY, Gate, dll).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 Klasifikasi menyusul di HSE.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 otomatis.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English UI  ·  dark / light theme toggle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English. Kartu total, aktif, HiPo, closed + grafik 14 hari.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Unclassified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detail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perihal PDF, centang tindakan, assign PIC (departemen), status, foto.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volume Weekly (7 hari) / Monthly (bulan berjalan). Satu Export Excel From–To. Import historis di bawah.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tracking siapa yang aktif menyelesaikan SOC (ringan–investigasi). Super Admin.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 / HSE Officer / Viewer. Tambah akun, aktifkan/nonaktifkan, ganti password.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Fungsi tiap menu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Penjelasan singkat untuk orang yang baru pakai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10 laporan per halaman. Klik nama: klasifikasi, perihal, PDF Notice. Tema gelap/terang.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volume Weekly 7 hari / Monthly bulan berjalan, satu Export Excel From–To, import historis di bawah.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Log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Grafik: HSE mana yang aktif, kasus ringan vs investigasi. Super Admin.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Admin: tambah user, pilih Super Admin / HSE / Viewer, aktifkan, ganti password.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email Resend — kabar otomatis laporan baru atau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Reporter form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HP tanpa login, bilingual ID+EN. Nama, lokasi, cerita, foto, lalu kirim.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masukin email notifikasi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Pengirim = Resend  ·  mailbox perusahaan hanya untuk menerima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805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44805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841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32841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6732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Notifications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4670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header, klik Notifications.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0" name="Text 17"/>
          <p:cNvSpPr/>
          <p:nvPr/>
        </p:nvSpPr>
        <p:spPr>
          <a:xfrm>
            <a:off x="620877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4768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email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2706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Contoh: hse@bact.co.id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805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8696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Tambah email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6634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masuk ke daftar Resend.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0040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2841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0" name="Text 27"/>
          <p:cNvSpPr/>
          <p:nvPr/>
        </p:nvSpPr>
        <p:spPr>
          <a:xfrm>
            <a:off x="332841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6732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status Aktif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34670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Nonaktif, klik Aktifkan.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8076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877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5" name="Text 32"/>
          <p:cNvSpPr/>
          <p:nvPr/>
        </p:nvSpPr>
        <p:spPr>
          <a:xfrm>
            <a:off x="620877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64768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tes (opsional)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2706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Inbox dan folder Spam.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&amp; akses login admin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Users hanya Super Admin  ·  PIC bukan role login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menu: Dashboard, Analytics, HSE Log, Notifications, Users. Ubah laporan + kelola akun.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Dashboard, Analytics, Notifications. Klasifikasi, investigasi, PDF, email Resend. Tidak kelola user.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24128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748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15568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63040"/>
            <a:ext cx="254203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Analytics. Lihat saja — tidak bisa ubah laporan, PDF, atau pengaturan.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92608" y="2743200"/>
            <a:ext cx="8558784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285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Super Admin menambah user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7200" y="3163824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Login Super Admin  →  2. Menu Users  →  3. Isi email + password sementara + role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Tambah pengguna  →  5. Beri akun itu ke orangnya (/admin/login)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Aktifkan / Nonaktifkan kapan saja. Nonaktif = tidak bisa login. Ganti password dari daftar.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 di laporan = pilih departemen follow-up, bukan role login.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&amp; Investigasi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Diunduh dari detail laporan di dashboard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Judul 1 baris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NOTICE OF SAFETY OBSERVATION atau INVESTIGATION REPORT di samping logo.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Perihal / Subject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di detail laporan. Jangan taruh nama pelapor di perihal.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/ Reported by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pelapor tampil di baris sendiri, terpisah dari perihal.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No.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Kolom kanan: nomor SOC (2 baris) + Effective Date. Tidak numpuk.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tindakan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detail laporan, centang aksi yang sudah dikerjakan. Muncul kotak centang di PDF.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Kapan investigasi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HSE centang lanjut investigasi (HiPo / High / Near Miss).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 — tracking siapa yang aktif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Log HSE  ·  Super Admin  ·  /admin/aktivitas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trading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Aksi HSE, HSE aktif, SOC disentuh, kasus ringan, investigasi + sparkline.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14 hari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aksi harian: semua aksi, ringan (hijau), investigasi (kuning).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close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per orang: kasus ringan vs investigasi. Klik kartu HSE untuk filter log.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ringan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close tanpa investigasi, follow-up / CAPA.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5W+1H, root cause, PDF investigasi. Dihitung terpisah.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periode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Hari ini / 7 hari / 30 hari / semua. Daftar aktivitas tetap di bawah grafik.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Analytics: grafik periode + export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/admin/ringkasan  ·  English UI  ·  data tetap di Supabase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chart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volume harian 7 hari terakhir (bukan tombol export). Total laporan + HiPo.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chart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volume harian bulan berjalan (tanggal 1 sampai hari ini). Bukan mode export.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tombol. Pilih From–To, unduh ringkasan + daftar SOC. Siap dilampirkan rapat HSE.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historis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bawah halaman Analytics. Excel/CSV lama (HOC) masuk ke database, bukan ketik ulang.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live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lokasi, departemen, kontraktor, tren bulanan, KPI.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Tema gelap/terang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Toggle di header Command Center. Grafik ikut tema.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 (label ID + English).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0175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2026-09-12T03:58:20Z</dcterms:created>
  <dcterms:modified xsi:type="dcterms:W3CDTF">2026-09-12T03:58:20Z</dcterms:modified>
</cp:coreProperties>
</file>